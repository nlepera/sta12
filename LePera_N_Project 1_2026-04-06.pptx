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5" r:id="rId4"/>
    <p:sldId id="271" r:id="rId5"/>
    <p:sldId id="261" r:id="rId6"/>
    <p:sldId id="266" r:id="rId7"/>
    <p:sldId id="267" r:id="rId8"/>
    <p:sldId id="268" r:id="rId9"/>
    <p:sldId id="269" r:id="rId10"/>
    <p:sldId id="270" r:id="rId11"/>
    <p:sldId id="259" r:id="rId12"/>
    <p:sldId id="260" r:id="rId13"/>
    <p:sldId id="262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6977"/>
    <a:srgbClr val="196082"/>
    <a:srgbClr val="FFFFFF"/>
    <a:srgbClr val="E87139"/>
    <a:srgbClr val="75687B"/>
    <a:srgbClr val="176082"/>
    <a:srgbClr val="A86C6F"/>
    <a:srgbClr val="486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7BBBF-5DD6-4B3D-A226-D9B3288F47DA}" v="893" dt="2026-04-06T23:49:20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LePera" userId="cd153304780abd6f" providerId="LiveId" clId="{1761A5B6-3C17-432E-86D5-75D450B28F4F}"/>
    <pc:docChg chg="undo redo custSel addSld delSld modSld sldOrd">
      <pc:chgData name="Natalie LePera" userId="cd153304780abd6f" providerId="LiveId" clId="{1761A5B6-3C17-432E-86D5-75D450B28F4F}" dt="2026-04-06T23:56:10.837" v="13573" actId="1076"/>
      <pc:docMkLst>
        <pc:docMk/>
      </pc:docMkLst>
      <pc:sldChg chg="addSp delSp modSp mod modNotesTx">
        <pc:chgData name="Natalie LePera" userId="cd153304780abd6f" providerId="LiveId" clId="{1761A5B6-3C17-432E-86D5-75D450B28F4F}" dt="2026-04-06T22:52:12.012" v="13077" actId="20577"/>
        <pc:sldMkLst>
          <pc:docMk/>
          <pc:sldMk cId="793984071" sldId="257"/>
        </pc:sldMkLst>
        <pc:spChg chg="mod">
          <ac:chgData name="Natalie LePera" userId="cd153304780abd6f" providerId="LiveId" clId="{1761A5B6-3C17-432E-86D5-75D450B28F4F}" dt="2026-04-05T21:51:23.401" v="14" actId="20577"/>
          <ac:spMkLst>
            <pc:docMk/>
            <pc:sldMk cId="793984071" sldId="257"/>
            <ac:spMk id="2" creationId="{360EBF0F-8EBC-DAD3-E079-B121D04D82EC}"/>
          </ac:spMkLst>
        </pc:spChg>
        <pc:spChg chg="add del">
          <ac:chgData name="Natalie LePera" userId="cd153304780abd6f" providerId="LiveId" clId="{1761A5B6-3C17-432E-86D5-75D450B28F4F}" dt="2026-04-05T23:21:28.923" v="2211" actId="22"/>
          <ac:spMkLst>
            <pc:docMk/>
            <pc:sldMk cId="793984071" sldId="257"/>
            <ac:spMk id="11" creationId="{EBBD3ADB-A741-DA95-1317-8265C42B0F7F}"/>
          </ac:spMkLst>
        </pc:spChg>
        <pc:graphicFrameChg chg="mod modGraphic">
          <ac:chgData name="Natalie LePera" userId="cd153304780abd6f" providerId="LiveId" clId="{1761A5B6-3C17-432E-86D5-75D450B28F4F}" dt="2026-04-06T22:52:12.012" v="13077" actId="20577"/>
          <ac:graphicFrameMkLst>
            <pc:docMk/>
            <pc:sldMk cId="793984071" sldId="257"/>
            <ac:graphicFrameMk id="7" creationId="{91ABC566-32A7-A016-0F17-729545429452}"/>
          </ac:graphicFrameMkLst>
        </pc:graphicFrameChg>
      </pc:sldChg>
      <pc:sldChg chg="addSp modSp mod setBg">
        <pc:chgData name="Natalie LePera" userId="cd153304780abd6f" providerId="LiveId" clId="{1761A5B6-3C17-432E-86D5-75D450B28F4F}" dt="2026-04-05T22:42:56.350" v="970" actId="404"/>
        <pc:sldMkLst>
          <pc:docMk/>
          <pc:sldMk cId="1147139164" sldId="258"/>
        </pc:sldMkLst>
        <pc:spChg chg="mo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2" creationId="{9FB2FD77-817C-4984-0B3C-2A941A61B65C}"/>
          </ac:spMkLst>
        </pc:spChg>
        <pc:spChg chg="mod">
          <ac:chgData name="Natalie LePera" userId="cd153304780abd6f" providerId="LiveId" clId="{1761A5B6-3C17-432E-86D5-75D450B28F4F}" dt="2026-04-05T22:42:56.350" v="970" actId="404"/>
          <ac:spMkLst>
            <pc:docMk/>
            <pc:sldMk cId="1147139164" sldId="258"/>
            <ac:spMk id="3" creationId="{FD37B939-531D-B903-6C63-7E19BE7E821F}"/>
          </ac:spMkLst>
        </pc:spChg>
        <pc:spChg chg="ad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8" creationId="{327D73B4-9F5C-4A64-A179-51B9500CB8B5}"/>
          </ac:spMkLst>
        </pc:spChg>
        <pc:spChg chg="ad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10" creationId="{C1F06963-6374-4B48-844F-071A9BAAAE02}"/>
          </ac:spMkLst>
        </pc:spChg>
        <pc:spChg chg="ad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12" creationId="{6CB927A4-E432-4310-9CD5-E89FF5063179}"/>
          </ac:spMkLst>
        </pc:spChg>
        <pc:spChg chg="ad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14" creationId="{1453BF6C-B012-48B7-B4E8-6D7AC7C27D02}"/>
          </ac:spMkLst>
        </pc:spChg>
        <pc:spChg chg="add">
          <ac:chgData name="Natalie LePera" userId="cd153304780abd6f" providerId="LiveId" clId="{1761A5B6-3C17-432E-86D5-75D450B28F4F}" dt="2026-04-05T21:50:16.208" v="0" actId="26606"/>
          <ac:spMkLst>
            <pc:docMk/>
            <pc:sldMk cId="1147139164" sldId="258"/>
            <ac:spMk id="16" creationId="{E3020543-B24B-4EC4-8FFC-8DD88EEA91A8}"/>
          </ac:spMkLst>
        </pc:spChg>
        <pc:cxnChg chg="add">
          <ac:chgData name="Natalie LePera" userId="cd153304780abd6f" providerId="LiveId" clId="{1761A5B6-3C17-432E-86D5-75D450B28F4F}" dt="2026-04-05T21:50:16.208" v="0" actId="26606"/>
          <ac:cxnSpMkLst>
            <pc:docMk/>
            <pc:sldMk cId="1147139164" sldId="258"/>
            <ac:cxnSpMk id="18" creationId="{C49DA8F6-BCC1-4447-B54C-57856834B94B}"/>
          </ac:cxnSpMkLst>
        </pc:cxnChg>
      </pc:sldChg>
      <pc:sldChg chg="addSp modSp mod modShow">
        <pc:chgData name="Natalie LePera" userId="cd153304780abd6f" providerId="LiveId" clId="{1761A5B6-3C17-432E-86D5-75D450B28F4F}" dt="2026-04-06T22:51:46.363" v="13076" actId="729"/>
        <pc:sldMkLst>
          <pc:docMk/>
          <pc:sldMk cId="2970656464" sldId="259"/>
        </pc:sldMkLst>
        <pc:spChg chg="mod">
          <ac:chgData name="Natalie LePera" userId="cd153304780abd6f" providerId="LiveId" clId="{1761A5B6-3C17-432E-86D5-75D450B28F4F}" dt="2026-04-05T21:54:15.451" v="249" actId="20577"/>
          <ac:spMkLst>
            <pc:docMk/>
            <pc:sldMk cId="2970656464" sldId="259"/>
            <ac:spMk id="2" creationId="{33D1679A-9529-CCD5-8E13-71FEDB0E27B9}"/>
          </ac:spMkLst>
        </pc:spChg>
        <pc:spChg chg="mod">
          <ac:chgData name="Natalie LePera" userId="cd153304780abd6f" providerId="LiveId" clId="{1761A5B6-3C17-432E-86D5-75D450B28F4F}" dt="2026-04-06T03:44:51.449" v="8861" actId="14100"/>
          <ac:spMkLst>
            <pc:docMk/>
            <pc:sldMk cId="2970656464" sldId="259"/>
            <ac:spMk id="3" creationId="{8E1DDD30-FF85-B408-DC68-3DB7206A1C6E}"/>
          </ac:spMkLst>
        </pc:spChg>
        <pc:spChg chg="add mod ord">
          <ac:chgData name="Natalie LePera" userId="cd153304780abd6f" providerId="LiveId" clId="{1761A5B6-3C17-432E-86D5-75D450B28F4F}" dt="2026-04-06T03:47:46.663" v="8905" actId="14100"/>
          <ac:spMkLst>
            <pc:docMk/>
            <pc:sldMk cId="2970656464" sldId="259"/>
            <ac:spMk id="4" creationId="{DE7B480C-EB71-306B-C044-D64D348F7082}"/>
          </ac:spMkLst>
        </pc:spChg>
        <pc:spChg chg="add mod">
          <ac:chgData name="Natalie LePera" userId="cd153304780abd6f" providerId="LiveId" clId="{1761A5B6-3C17-432E-86D5-75D450B28F4F}" dt="2026-04-06T03:46:28.606" v="8884" actId="208"/>
          <ac:spMkLst>
            <pc:docMk/>
            <pc:sldMk cId="2970656464" sldId="259"/>
            <ac:spMk id="5" creationId="{3DD73B11-ADCB-70A5-1DC8-E6A380289478}"/>
          </ac:spMkLst>
        </pc:spChg>
        <pc:spChg chg="add mod">
          <ac:chgData name="Natalie LePera" userId="cd153304780abd6f" providerId="LiveId" clId="{1761A5B6-3C17-432E-86D5-75D450B28F4F}" dt="2026-04-06T03:47:38.256" v="8902" actId="1076"/>
          <ac:spMkLst>
            <pc:docMk/>
            <pc:sldMk cId="2970656464" sldId="259"/>
            <ac:spMk id="11" creationId="{A4B62B6C-1473-7F64-8F28-F115003F58E3}"/>
          </ac:spMkLst>
        </pc:spChg>
        <pc:grpChg chg="add mod">
          <ac:chgData name="Natalie LePera" userId="cd153304780abd6f" providerId="LiveId" clId="{1761A5B6-3C17-432E-86D5-75D450B28F4F}" dt="2026-04-06T03:47:54.679" v="8907" actId="1076"/>
          <ac:grpSpMkLst>
            <pc:docMk/>
            <pc:sldMk cId="2970656464" sldId="259"/>
            <ac:grpSpMk id="7" creationId="{527A8865-F57B-2CBC-A9AB-566757A0C101}"/>
          </ac:grpSpMkLst>
        </pc:grpChg>
        <pc:picChg chg="add mod">
          <ac:chgData name="Natalie LePera" userId="cd153304780abd6f" providerId="LiveId" clId="{1761A5B6-3C17-432E-86D5-75D450B28F4F}" dt="2026-04-06T03:46:32.095" v="8885" actId="207"/>
          <ac:picMkLst>
            <pc:docMk/>
            <pc:sldMk cId="2970656464" sldId="259"/>
            <ac:picMk id="6" creationId="{A161918A-EB9A-ECF2-C486-BEA83A027B9A}"/>
          </ac:picMkLst>
        </pc:picChg>
      </pc:sldChg>
      <pc:sldChg chg="mod modShow">
        <pc:chgData name="Natalie LePera" userId="cd153304780abd6f" providerId="LiveId" clId="{1761A5B6-3C17-432E-86D5-75D450B28F4F}" dt="2026-04-06T22:51:46.363" v="13076" actId="729"/>
        <pc:sldMkLst>
          <pc:docMk/>
          <pc:sldMk cId="3789588767" sldId="260"/>
        </pc:sldMkLst>
      </pc:sldChg>
      <pc:sldChg chg="addSp delSp modSp mod ord setBg modClrScheme delDesignElem chgLayout modNotesTx">
        <pc:chgData name="Natalie LePera" userId="cd153304780abd6f" providerId="LiveId" clId="{1761A5B6-3C17-432E-86D5-75D450B28F4F}" dt="2026-04-06T23:53:32.243" v="13551" actId="20577"/>
        <pc:sldMkLst>
          <pc:docMk/>
          <pc:sldMk cId="749935962" sldId="261"/>
        </pc:sldMkLst>
        <pc:spChg chg="mod ord">
          <ac:chgData name="Natalie LePera" userId="cd153304780abd6f" providerId="LiveId" clId="{1761A5B6-3C17-432E-86D5-75D450B28F4F}" dt="2026-04-05T23:59:28.191" v="5064" actId="1076"/>
          <ac:spMkLst>
            <pc:docMk/>
            <pc:sldMk cId="749935962" sldId="261"/>
            <ac:spMk id="2" creationId="{30AA2BC8-5374-9C8E-98B4-B88595DD91F0}"/>
          </ac:spMkLst>
        </pc:spChg>
        <pc:spChg chg="del">
          <ac:chgData name="Natalie LePera" userId="cd153304780abd6f" providerId="LiveId" clId="{1761A5B6-3C17-432E-86D5-75D450B28F4F}" dt="2026-04-05T22:10:10.049" v="556" actId="26606"/>
          <ac:spMkLst>
            <pc:docMk/>
            <pc:sldMk cId="749935962" sldId="261"/>
            <ac:spMk id="3" creationId="{AB1E59BF-C2DB-E1D1-0D0C-DF6BA14EC379}"/>
          </ac:spMkLst>
        </pc:spChg>
        <pc:spChg chg="add del mod ord">
          <ac:chgData name="Natalie LePera" userId="cd153304780abd6f" providerId="LiveId" clId="{1761A5B6-3C17-432E-86D5-75D450B28F4F}" dt="2026-04-05T22:11:23.360" v="560" actId="700"/>
          <ac:spMkLst>
            <pc:docMk/>
            <pc:sldMk cId="749935962" sldId="261"/>
            <ac:spMk id="4" creationId="{8A10724E-60F7-0AC8-C2B0-6E3B8BFEC692}"/>
          </ac:spMkLst>
        </pc:spChg>
        <pc:spChg chg="add del mod ord">
          <ac:chgData name="Natalie LePera" userId="cd153304780abd6f" providerId="LiveId" clId="{1761A5B6-3C17-432E-86D5-75D450B28F4F}" dt="2026-04-05T22:11:33.226" v="563" actId="6264"/>
          <ac:spMkLst>
            <pc:docMk/>
            <pc:sldMk cId="749935962" sldId="261"/>
            <ac:spMk id="5" creationId="{087EB09C-53A5-89C8-04D5-814193324F1C}"/>
          </ac:spMkLst>
        </pc:spChg>
        <pc:spChg chg="add del mod ord">
          <ac:chgData name="Natalie LePera" userId="cd153304780abd6f" providerId="LiveId" clId="{1761A5B6-3C17-432E-86D5-75D450B28F4F}" dt="2026-04-05T22:11:33.226" v="563" actId="6264"/>
          <ac:spMkLst>
            <pc:docMk/>
            <pc:sldMk cId="749935962" sldId="261"/>
            <ac:spMk id="6" creationId="{FE355398-2C40-04FD-DEAC-FBE0C880174D}"/>
          </ac:spMkLst>
        </pc:spChg>
        <pc:spChg chg="add del mod ord">
          <ac:chgData name="Natalie LePera" userId="cd153304780abd6f" providerId="LiveId" clId="{1761A5B6-3C17-432E-86D5-75D450B28F4F}" dt="2026-04-05T22:11:33.226" v="563" actId="6264"/>
          <ac:spMkLst>
            <pc:docMk/>
            <pc:sldMk cId="749935962" sldId="261"/>
            <ac:spMk id="7" creationId="{58E6F554-6052-EF9D-83F8-B7E057746B91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8" creationId="{1A3C89F8-0D2F-47FF-B903-151248265F47}"/>
          </ac:spMkLst>
        </pc:spChg>
        <pc:spChg chg="add del mod ord">
          <ac:chgData name="Natalie LePera" userId="cd153304780abd6f" providerId="LiveId" clId="{1761A5B6-3C17-432E-86D5-75D450B28F4F}" dt="2026-04-05T22:11:33.226" v="563" actId="6264"/>
          <ac:spMkLst>
            <pc:docMk/>
            <pc:sldMk cId="749935962" sldId="261"/>
            <ac:spMk id="9" creationId="{68ABCA1D-6B6D-3F99-DD88-D34E46DEC70C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10" creationId="{C5CB530E-515E-412C-9DF1-5F8FFBD6F383}"/>
          </ac:spMkLst>
        </pc:spChg>
        <pc:spChg chg="add del mod">
          <ac:chgData name="Natalie LePera" userId="cd153304780abd6f" providerId="LiveId" clId="{1761A5B6-3C17-432E-86D5-75D450B28F4F}" dt="2026-04-05T22:11:33.226" v="563" actId="6264"/>
          <ac:spMkLst>
            <pc:docMk/>
            <pc:sldMk cId="749935962" sldId="261"/>
            <ac:spMk id="11" creationId="{3C7F50E9-50D9-1CE2-3A4C-AA3007B4D2AD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12" creationId="{712D4376-A578-4FF1-94FC-245E7A6A489F}"/>
          </ac:spMkLst>
        </pc:spChg>
        <pc:spChg chg="add mod ord">
          <ac:chgData name="Natalie LePera" userId="cd153304780abd6f" providerId="LiveId" clId="{1761A5B6-3C17-432E-86D5-75D450B28F4F}" dt="2026-04-06T23:50:38.266" v="13517" actId="6549"/>
          <ac:spMkLst>
            <pc:docMk/>
            <pc:sldMk cId="749935962" sldId="261"/>
            <ac:spMk id="13" creationId="{9418A836-6B2A-26A7-4599-54EE2BE2B930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14" creationId="{AEA7509D-F04F-40CB-A0B3-EEF16499CC9F}"/>
          </ac:spMkLst>
        </pc:spChg>
        <pc:spChg chg="add del mod ord">
          <ac:chgData name="Natalie LePera" userId="cd153304780abd6f" providerId="LiveId" clId="{1761A5B6-3C17-432E-86D5-75D450B28F4F}" dt="2026-04-06T23:53:32.243" v="13551" actId="20577"/>
          <ac:spMkLst>
            <pc:docMk/>
            <pc:sldMk cId="749935962" sldId="261"/>
            <ac:spMk id="15" creationId="{49AB2282-6915-5F4B-7BF7-A3C5B062F291}"/>
          </ac:spMkLst>
        </pc:spChg>
        <pc:spChg chg="add del mod ord">
          <ac:chgData name="Natalie LePera" userId="cd153304780abd6f" providerId="LiveId" clId="{1761A5B6-3C17-432E-86D5-75D450B28F4F}" dt="2026-04-05T23:53:43.160" v="4726" actId="478"/>
          <ac:spMkLst>
            <pc:docMk/>
            <pc:sldMk cId="749935962" sldId="261"/>
            <ac:spMk id="17" creationId="{FCC3063B-A9F7-562C-CF30-EA3B587B6BDB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18" creationId="{508BEF50-7B1E-49A4-BC19-5F4F1D755E64}"/>
          </ac:spMkLst>
        </pc:spChg>
        <pc:spChg chg="add del mod ord">
          <ac:chgData name="Natalie LePera" userId="cd153304780abd6f" providerId="LiveId" clId="{1761A5B6-3C17-432E-86D5-75D450B28F4F}" dt="2026-04-05T22:11:36.832" v="565" actId="22"/>
          <ac:spMkLst>
            <pc:docMk/>
            <pc:sldMk cId="749935962" sldId="261"/>
            <ac:spMk id="19" creationId="{505E1C5E-C7FA-A5BF-A931-E3F864746078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20" creationId="{3FBAD350-5664-4811-A208-657FB882D350}"/>
          </ac:spMkLst>
        </pc:spChg>
        <pc:spChg chg="add del">
          <ac:chgData name="Natalie LePera" userId="cd153304780abd6f" providerId="LiveId" clId="{1761A5B6-3C17-432E-86D5-75D450B28F4F}" dt="2026-04-05T22:10:26.216" v="557" actId="700"/>
          <ac:spMkLst>
            <pc:docMk/>
            <pc:sldMk cId="749935962" sldId="261"/>
            <ac:spMk id="22" creationId="{C39ADB8F-D187-49D7-BDCF-C1B6DC727068}"/>
          </ac:spMkLst>
        </pc:spChg>
        <pc:spChg chg="add mod ord">
          <ac:chgData name="Natalie LePera" userId="cd153304780abd6f" providerId="LiveId" clId="{1761A5B6-3C17-432E-86D5-75D450B28F4F}" dt="2026-04-06T02:58:55.697" v="7122" actId="113"/>
          <ac:spMkLst>
            <pc:docMk/>
            <pc:sldMk cId="749935962" sldId="261"/>
            <ac:spMk id="24" creationId="{8E31E9EC-2959-D1CA-C32B-E5F6ED710563}"/>
          </ac:spMkLst>
        </pc:spChg>
        <pc:spChg chg="add del mod">
          <ac:chgData name="Natalie LePera" userId="cd153304780abd6f" providerId="LiveId" clId="{1761A5B6-3C17-432E-86D5-75D450B28F4F}" dt="2026-04-05T23:45:57.003" v="3590" actId="22"/>
          <ac:spMkLst>
            <pc:docMk/>
            <pc:sldMk cId="749935962" sldId="261"/>
            <ac:spMk id="26" creationId="{14DF032A-3096-A47D-C0F0-84B13990C845}"/>
          </ac:spMkLst>
        </pc:spChg>
        <pc:spChg chg="add del mod">
          <ac:chgData name="Natalie LePera" userId="cd153304780abd6f" providerId="LiveId" clId="{1761A5B6-3C17-432E-86D5-75D450B28F4F}" dt="2026-04-05T23:53:45.982" v="4727" actId="478"/>
          <ac:spMkLst>
            <pc:docMk/>
            <pc:sldMk cId="749935962" sldId="261"/>
            <ac:spMk id="32" creationId="{9349E4A0-2816-898B-43E0-8DC196A218DC}"/>
          </ac:spMkLst>
        </pc:spChg>
        <pc:spChg chg="add mod">
          <ac:chgData name="Natalie LePera" userId="cd153304780abd6f" providerId="LiveId" clId="{1761A5B6-3C17-432E-86D5-75D450B28F4F}" dt="2026-04-06T23:49:21.671" v="13502" actId="20577"/>
          <ac:spMkLst>
            <pc:docMk/>
            <pc:sldMk cId="749935962" sldId="261"/>
            <ac:spMk id="34" creationId="{5D83577C-2BC5-4247-DA34-2600D8A01E7A}"/>
          </ac:spMkLst>
        </pc:spChg>
        <pc:graphicFrameChg chg="add del">
          <ac:chgData name="Natalie LePera" userId="cd153304780abd6f" providerId="LiveId" clId="{1761A5B6-3C17-432E-86D5-75D450B28F4F}" dt="2026-04-05T23:59:37.472" v="5066" actId="26606"/>
          <ac:graphicFrameMkLst>
            <pc:docMk/>
            <pc:sldMk cId="749935962" sldId="261"/>
            <ac:graphicFrameMk id="33" creationId="{D71AA8D7-5B29-2FFD-54FF-89D22D94D8EF}"/>
          </ac:graphicFrameMkLst>
        </pc:graphicFrameChg>
        <pc:graphicFrameChg chg="add del">
          <ac:chgData name="Natalie LePera" userId="cd153304780abd6f" providerId="LiveId" clId="{1761A5B6-3C17-432E-86D5-75D450B28F4F}" dt="2026-04-05T23:59:37.874" v="5068" actId="26606"/>
          <ac:graphicFrameMkLst>
            <pc:docMk/>
            <pc:sldMk cId="749935962" sldId="261"/>
            <ac:graphicFrameMk id="35" creationId="{123B6ED0-EDBC-09D2-C807-B491E37FE895}"/>
          </ac:graphicFrameMkLst>
        </pc:graphicFrameChg>
        <pc:graphicFrameChg chg="add del">
          <ac:chgData name="Natalie LePera" userId="cd153304780abd6f" providerId="LiveId" clId="{1761A5B6-3C17-432E-86D5-75D450B28F4F}" dt="2026-04-05T23:59:38.257" v="5070" actId="26606"/>
          <ac:graphicFrameMkLst>
            <pc:docMk/>
            <pc:sldMk cId="749935962" sldId="261"/>
            <ac:graphicFrameMk id="37" creationId="{3680E13D-3D48-FBC1-FE5A-53D9C84C8A17}"/>
          </ac:graphicFrameMkLst>
        </pc:graphicFrameChg>
        <pc:graphicFrameChg chg="add del">
          <ac:chgData name="Natalie LePera" userId="cd153304780abd6f" providerId="LiveId" clId="{1761A5B6-3C17-432E-86D5-75D450B28F4F}" dt="2026-04-05T23:59:41.038" v="5072" actId="26606"/>
          <ac:graphicFrameMkLst>
            <pc:docMk/>
            <pc:sldMk cId="749935962" sldId="261"/>
            <ac:graphicFrameMk id="39" creationId="{ECA2B52D-CA7B-2971-16F3-D0B0BFEDA69C}"/>
          </ac:graphicFrameMkLst>
        </pc:graphicFrameChg>
        <pc:picChg chg="add del mod ord">
          <ac:chgData name="Natalie LePera" userId="cd153304780abd6f" providerId="LiveId" clId="{1761A5B6-3C17-432E-86D5-75D450B28F4F}" dt="2026-04-05T23:45:55.141" v="3587" actId="478"/>
          <ac:picMkLst>
            <pc:docMk/>
            <pc:sldMk cId="749935962" sldId="261"/>
            <ac:picMk id="23" creationId="{23C33B8F-32FF-9CF2-F381-5E476F163B0B}"/>
          </ac:picMkLst>
        </pc:picChg>
        <pc:picChg chg="add del">
          <ac:chgData name="Natalie LePera" userId="cd153304780abd6f" providerId="LiveId" clId="{1761A5B6-3C17-432E-86D5-75D450B28F4F}" dt="2026-04-05T23:45:56.396" v="3589" actId="22"/>
          <ac:picMkLst>
            <pc:docMk/>
            <pc:sldMk cId="749935962" sldId="261"/>
            <ac:picMk id="28" creationId="{9260CE7B-1E73-924B-10C5-1B1F5BFE2A24}"/>
          </ac:picMkLst>
        </pc:picChg>
        <pc:picChg chg="add mod ord">
          <ac:chgData name="Natalie LePera" userId="cd153304780abd6f" providerId="LiveId" clId="{1761A5B6-3C17-432E-86D5-75D450B28F4F}" dt="2026-04-06T00:02:27.429" v="5377" actId="1076"/>
          <ac:picMkLst>
            <pc:docMk/>
            <pc:sldMk cId="749935962" sldId="261"/>
            <ac:picMk id="30" creationId="{BD175994-A669-9B99-A54D-923E0AFE82C4}"/>
          </ac:picMkLst>
        </pc:picChg>
        <pc:cxnChg chg="add del">
          <ac:chgData name="Natalie LePera" userId="cd153304780abd6f" providerId="LiveId" clId="{1761A5B6-3C17-432E-86D5-75D450B28F4F}" dt="2026-04-05T22:10:26.216" v="557" actId="700"/>
          <ac:cxnSpMkLst>
            <pc:docMk/>
            <pc:sldMk cId="749935962" sldId="261"/>
            <ac:cxnSpMk id="16" creationId="{56020367-4FD5-4596-8E10-C5F095CD8DBF}"/>
          </ac:cxnSpMkLst>
        </pc:cxnChg>
      </pc:sldChg>
      <pc:sldChg chg="modSp mod modShow">
        <pc:chgData name="Natalie LePera" userId="cd153304780abd6f" providerId="LiveId" clId="{1761A5B6-3C17-432E-86D5-75D450B28F4F}" dt="2026-04-06T22:51:46.363" v="13076" actId="729"/>
        <pc:sldMkLst>
          <pc:docMk/>
          <pc:sldMk cId="3556308652" sldId="262"/>
        </pc:sldMkLst>
        <pc:spChg chg="mod">
          <ac:chgData name="Natalie LePera" userId="cd153304780abd6f" providerId="LiveId" clId="{1761A5B6-3C17-432E-86D5-75D450B28F4F}" dt="2026-04-05T22:21:25.907" v="843" actId="6549"/>
          <ac:spMkLst>
            <pc:docMk/>
            <pc:sldMk cId="3556308652" sldId="262"/>
            <ac:spMk id="5" creationId="{36348753-1324-5D2B-D723-0C96811E5CD9}"/>
          </ac:spMkLst>
        </pc:spChg>
      </pc:sldChg>
      <pc:sldChg chg="addSp delSp modSp new del mod ord setBg modClrScheme chgLayout">
        <pc:chgData name="Natalie LePera" userId="cd153304780abd6f" providerId="LiveId" clId="{1761A5B6-3C17-432E-86D5-75D450B28F4F}" dt="2026-04-06T22:06:19.255" v="12370" actId="2696"/>
        <pc:sldMkLst>
          <pc:docMk/>
          <pc:sldMk cId="860671062" sldId="263"/>
        </pc:sldMkLst>
        <pc:spChg chg="mod ord">
          <ac:chgData name="Natalie LePera" userId="cd153304780abd6f" providerId="LiveId" clId="{1761A5B6-3C17-432E-86D5-75D450B28F4F}" dt="2026-04-05T23:45:18.983" v="3571" actId="20577"/>
          <ac:spMkLst>
            <pc:docMk/>
            <pc:sldMk cId="860671062" sldId="263"/>
            <ac:spMk id="2" creationId="{542EBFEF-EDDA-8A13-6EB9-D217E7F39414}"/>
          </ac:spMkLst>
        </pc:spChg>
        <pc:spChg chg="add mod">
          <ac:chgData name="Natalie LePera" userId="cd153304780abd6f" providerId="LiveId" clId="{1761A5B6-3C17-432E-86D5-75D450B28F4F}" dt="2026-04-06T21:59:24.482" v="12136" actId="208"/>
          <ac:spMkLst>
            <pc:docMk/>
            <pc:sldMk cId="860671062" sldId="263"/>
            <ac:spMk id="3" creationId="{579CE38A-9971-3105-E174-67FB5D5AAEAC}"/>
          </ac:spMkLst>
        </pc:spChg>
        <pc:spChg chg="del mod">
          <ac:chgData name="Natalie LePera" userId="cd153304780abd6f" providerId="LiveId" clId="{1761A5B6-3C17-432E-86D5-75D450B28F4F}" dt="2026-04-05T23:42:26.725" v="3489" actId="478"/>
          <ac:spMkLst>
            <pc:docMk/>
            <pc:sldMk cId="860671062" sldId="263"/>
            <ac:spMk id="3" creationId="{BDCC54F4-E3FB-9164-F4CB-8CF6D9724DBE}"/>
          </ac:spMkLst>
        </pc:spChg>
        <pc:spChg chg="mod ord">
          <ac:chgData name="Natalie LePera" userId="cd153304780abd6f" providerId="LiveId" clId="{1761A5B6-3C17-432E-86D5-75D450B28F4F}" dt="2026-04-06T22:04:16.184" v="12313" actId="1038"/>
          <ac:spMkLst>
            <pc:docMk/>
            <pc:sldMk cId="860671062" sldId="263"/>
            <ac:spMk id="4" creationId="{697E66E3-2C3F-AEC9-1634-AB5916DD2B36}"/>
          </ac:spMkLst>
        </pc:spChg>
        <pc:spChg chg="del mod">
          <ac:chgData name="Natalie LePera" userId="cd153304780abd6f" providerId="LiveId" clId="{1761A5B6-3C17-432E-86D5-75D450B28F4F}" dt="2026-04-05T23:35:08.473" v="3227" actId="478"/>
          <ac:spMkLst>
            <pc:docMk/>
            <pc:sldMk cId="860671062" sldId="263"/>
            <ac:spMk id="5" creationId="{C32A25F8-1898-B7A9-A713-3FC355E469D6}"/>
          </ac:spMkLst>
        </pc:spChg>
        <pc:spChg chg="del mod">
          <ac:chgData name="Natalie LePera" userId="cd153304780abd6f" providerId="LiveId" clId="{1761A5B6-3C17-432E-86D5-75D450B28F4F}" dt="2026-04-05T23:35:12.793" v="3229" actId="478"/>
          <ac:spMkLst>
            <pc:docMk/>
            <pc:sldMk cId="860671062" sldId="263"/>
            <ac:spMk id="6" creationId="{F22467A9-3CB6-C992-1EA9-92FAD7C423EE}"/>
          </ac:spMkLst>
        </pc:spChg>
        <pc:spChg chg="add mod">
          <ac:chgData name="Natalie LePera" userId="cd153304780abd6f" providerId="LiveId" clId="{1761A5B6-3C17-432E-86D5-75D450B28F4F}" dt="2026-04-06T22:03:08.014" v="12193" actId="6549"/>
          <ac:spMkLst>
            <pc:docMk/>
            <pc:sldMk cId="860671062" sldId="263"/>
            <ac:spMk id="9" creationId="{2E5858CC-786E-41A0-174F-2BCFE5D4F2C4}"/>
          </ac:spMkLst>
        </pc:spChg>
        <pc:spChg chg="add mod">
          <ac:chgData name="Natalie LePera" userId="cd153304780abd6f" providerId="LiveId" clId="{1761A5B6-3C17-432E-86D5-75D450B28F4F}" dt="2026-04-05T23:42:12.801" v="3447" actId="164"/>
          <ac:spMkLst>
            <pc:docMk/>
            <pc:sldMk cId="860671062" sldId="263"/>
            <ac:spMk id="10" creationId="{4E9E4B03-C3A6-D9DA-2E2C-1351F4CE1A96}"/>
          </ac:spMkLst>
        </pc:spChg>
        <pc:spChg chg="add mod">
          <ac:chgData name="Natalie LePera" userId="cd153304780abd6f" providerId="LiveId" clId="{1761A5B6-3C17-432E-86D5-75D450B28F4F}" dt="2026-04-06T22:03:10.958" v="12195" actId="20577"/>
          <ac:spMkLst>
            <pc:docMk/>
            <pc:sldMk cId="860671062" sldId="263"/>
            <ac:spMk id="11" creationId="{E7467AD8-341A-E60A-7D3C-3C49F75FF272}"/>
          </ac:spMkLst>
        </pc:spChg>
        <pc:spChg chg="add mod">
          <ac:chgData name="Natalie LePera" userId="cd153304780abd6f" providerId="LiveId" clId="{1761A5B6-3C17-432E-86D5-75D450B28F4F}" dt="2026-04-06T22:03:15.045" v="12199" actId="20577"/>
          <ac:spMkLst>
            <pc:docMk/>
            <pc:sldMk cId="860671062" sldId="263"/>
            <ac:spMk id="12" creationId="{BDA0D80B-A985-3331-A2B5-DE4906101355}"/>
          </ac:spMkLst>
        </pc:spChg>
        <pc:spChg chg="add mod">
          <ac:chgData name="Natalie LePera" userId="cd153304780abd6f" providerId="LiveId" clId="{1761A5B6-3C17-432E-86D5-75D450B28F4F}" dt="2026-04-06T22:03:18.590" v="12201" actId="6549"/>
          <ac:spMkLst>
            <pc:docMk/>
            <pc:sldMk cId="860671062" sldId="263"/>
            <ac:spMk id="13" creationId="{315FBFC5-D7A6-7FCD-EEBE-027415999071}"/>
          </ac:spMkLst>
        </pc:spChg>
        <pc:spChg chg="add del mod">
          <ac:chgData name="Natalie LePera" userId="cd153304780abd6f" providerId="LiveId" clId="{1761A5B6-3C17-432E-86D5-75D450B28F4F}" dt="2026-04-05T23:35:12.793" v="3229" actId="478"/>
          <ac:spMkLst>
            <pc:docMk/>
            <pc:sldMk cId="860671062" sldId="263"/>
            <ac:spMk id="15" creationId="{8060280D-4D40-F690-FEAA-F748BC3F8F5F}"/>
          </ac:spMkLst>
        </pc:spChg>
        <pc:spChg chg="add del mod">
          <ac:chgData name="Natalie LePera" userId="cd153304780abd6f" providerId="LiveId" clId="{1761A5B6-3C17-432E-86D5-75D450B28F4F}" dt="2026-04-05T23:35:15.071" v="3230" actId="478"/>
          <ac:spMkLst>
            <pc:docMk/>
            <pc:sldMk cId="860671062" sldId="263"/>
            <ac:spMk id="17" creationId="{146F0E26-601E-2036-E6DD-5C0A72E4B189}"/>
          </ac:spMkLst>
        </pc:spChg>
        <pc:spChg chg="add del">
          <ac:chgData name="Natalie LePera" userId="cd153304780abd6f" providerId="LiveId" clId="{1761A5B6-3C17-432E-86D5-75D450B28F4F}" dt="2026-04-05T23:36:49.831" v="3317" actId="478"/>
          <ac:spMkLst>
            <pc:docMk/>
            <pc:sldMk cId="860671062" sldId="263"/>
            <ac:spMk id="18" creationId="{BF384109-99DB-20BC-6E5C-19B43AFF0299}"/>
          </ac:spMkLst>
        </pc:spChg>
        <pc:spChg chg="add mod">
          <ac:chgData name="Natalie LePera" userId="cd153304780abd6f" providerId="LiveId" clId="{1761A5B6-3C17-432E-86D5-75D450B28F4F}" dt="2026-04-05T23:43:58.305" v="3538" actId="948"/>
          <ac:spMkLst>
            <pc:docMk/>
            <pc:sldMk cId="860671062" sldId="263"/>
            <ac:spMk id="37" creationId="{11E39367-4E60-06E0-DD01-70DE88739CE4}"/>
          </ac:spMkLst>
        </pc:spChg>
        <pc:spChg chg="add mod">
          <ac:chgData name="Natalie LePera" userId="cd153304780abd6f" providerId="LiveId" clId="{1761A5B6-3C17-432E-86D5-75D450B28F4F}" dt="2026-04-05T23:42:12.801" v="3447" actId="164"/>
          <ac:spMkLst>
            <pc:docMk/>
            <pc:sldMk cId="860671062" sldId="263"/>
            <ac:spMk id="48" creationId="{B734B7EF-6F6D-06A9-318E-EB276414BCF2}"/>
          </ac:spMkLst>
        </pc:spChg>
        <pc:spChg chg="add mod ord">
          <ac:chgData name="Natalie LePera" userId="cd153304780abd6f" providerId="LiveId" clId="{1761A5B6-3C17-432E-86D5-75D450B28F4F}" dt="2026-04-05T23:42:12.801" v="3447" actId="164"/>
          <ac:spMkLst>
            <pc:docMk/>
            <pc:sldMk cId="860671062" sldId="263"/>
            <ac:spMk id="54" creationId="{CE0F6E45-31E6-210D-77AE-F10626B9225D}"/>
          </ac:spMkLst>
        </pc:spChg>
        <pc:spChg chg="add del mod">
          <ac:chgData name="Natalie LePera" userId="cd153304780abd6f" providerId="LiveId" clId="{1761A5B6-3C17-432E-86D5-75D450B28F4F}" dt="2026-04-05T23:42:30.316" v="3490" actId="478"/>
          <ac:spMkLst>
            <pc:docMk/>
            <pc:sldMk cId="860671062" sldId="263"/>
            <ac:spMk id="68" creationId="{A5137183-01E0-20ED-66EE-54B23972BA40}"/>
          </ac:spMkLst>
        </pc:spChg>
        <pc:spChg chg="add">
          <ac:chgData name="Natalie LePera" userId="cd153304780abd6f" providerId="LiveId" clId="{1761A5B6-3C17-432E-86D5-75D450B28F4F}" dt="2026-04-05T23:43:02.591" v="3495" actId="26606"/>
          <ac:spMkLst>
            <pc:docMk/>
            <pc:sldMk cId="860671062" sldId="263"/>
            <ac:spMk id="71" creationId="{2C9A9DA9-7DC8-488B-A882-123947B0F3D9}"/>
          </ac:spMkLst>
        </pc:spChg>
        <pc:spChg chg="add">
          <ac:chgData name="Natalie LePera" userId="cd153304780abd6f" providerId="LiveId" clId="{1761A5B6-3C17-432E-86D5-75D450B28F4F}" dt="2026-04-05T23:43:02.591" v="3495" actId="26606"/>
          <ac:spMkLst>
            <pc:docMk/>
            <pc:sldMk cId="860671062" sldId="263"/>
            <ac:spMk id="73" creationId="{57F6BDD4-E066-4008-8011-6CC31AEB4556}"/>
          </ac:spMkLst>
        </pc:spChg>
        <pc:spChg chg="add">
          <ac:chgData name="Natalie LePera" userId="cd153304780abd6f" providerId="LiveId" clId="{1761A5B6-3C17-432E-86D5-75D450B28F4F}" dt="2026-04-05T23:43:02.591" v="3495" actId="26606"/>
          <ac:spMkLst>
            <pc:docMk/>
            <pc:sldMk cId="860671062" sldId="263"/>
            <ac:spMk id="75" creationId="{2711A8FB-68FC-45FC-B01E-38F809E2D439}"/>
          </ac:spMkLst>
        </pc:spChg>
        <pc:spChg chg="add">
          <ac:chgData name="Natalie LePera" userId="cd153304780abd6f" providerId="LiveId" clId="{1761A5B6-3C17-432E-86D5-75D450B28F4F}" dt="2026-04-05T23:43:02.591" v="3495" actId="26606"/>
          <ac:spMkLst>
            <pc:docMk/>
            <pc:sldMk cId="860671062" sldId="263"/>
            <ac:spMk id="77" creationId="{2A865FE3-5FC9-4049-87CF-30019C46C0F5}"/>
          </ac:spMkLst>
        </pc:spChg>
        <pc:grpChg chg="add mod">
          <ac:chgData name="Natalie LePera" userId="cd153304780abd6f" providerId="LiveId" clId="{1761A5B6-3C17-432E-86D5-75D450B28F4F}" dt="2026-04-05T23:44:07.992" v="3539" actId="1076"/>
          <ac:grpSpMkLst>
            <pc:docMk/>
            <pc:sldMk cId="860671062" sldId="263"/>
            <ac:grpSpMk id="66" creationId="{59EB16F9-6003-9453-DB34-0FE46C10A65D}"/>
          </ac:grpSpMkLst>
        </pc:grpChg>
        <pc:picChg chg="add del mod">
          <ac:chgData name="Natalie LePera" userId="cd153304780abd6f" providerId="LiveId" clId="{1761A5B6-3C17-432E-86D5-75D450B28F4F}" dt="2026-04-05T23:35:06.279" v="3225" actId="478"/>
          <ac:picMkLst>
            <pc:docMk/>
            <pc:sldMk cId="860671062" sldId="263"/>
            <ac:picMk id="8" creationId="{8C95C707-FF95-29F8-376E-BC030C01546E}"/>
          </ac:picMkLst>
        </pc:picChg>
        <pc:cxnChg chg="add del">
          <ac:chgData name="Natalie LePera" userId="cd153304780abd6f" providerId="LiveId" clId="{1761A5B6-3C17-432E-86D5-75D450B28F4F}" dt="2026-04-05T23:36:55.080" v="3319" actId="11529"/>
          <ac:cxnSpMkLst>
            <pc:docMk/>
            <pc:sldMk cId="860671062" sldId="263"/>
            <ac:cxnSpMk id="20" creationId="{9BB3F991-E1A2-46FB-B8CA-AEB8E7E5BB6D}"/>
          </ac:cxnSpMkLst>
        </pc:cxnChg>
        <pc:cxnChg chg="add del mod">
          <ac:chgData name="Natalie LePera" userId="cd153304780abd6f" providerId="LiveId" clId="{1761A5B6-3C17-432E-86D5-75D450B28F4F}" dt="2026-04-05T23:37:00.002" v="3321" actId="11529"/>
          <ac:cxnSpMkLst>
            <pc:docMk/>
            <pc:sldMk cId="860671062" sldId="263"/>
            <ac:cxnSpMk id="22" creationId="{6A149E7C-5E1F-2B09-5773-02533B8A2AB9}"/>
          </ac:cxnSpMkLst>
        </pc:cxnChg>
        <pc:cxnChg chg="add mod">
          <ac:chgData name="Natalie LePera" userId="cd153304780abd6f" providerId="LiveId" clId="{1761A5B6-3C17-432E-86D5-75D450B28F4F}" dt="2026-04-06T22:01:53.750" v="12165" actId="1035"/>
          <ac:cxnSpMkLst>
            <pc:docMk/>
            <pc:sldMk cId="860671062" sldId="263"/>
            <ac:cxnSpMk id="24" creationId="{73E84EAC-6356-F5DC-CF80-D7D89291CD6C}"/>
          </ac:cxnSpMkLst>
        </pc:cxnChg>
        <pc:cxnChg chg="add mod">
          <ac:chgData name="Natalie LePera" userId="cd153304780abd6f" providerId="LiveId" clId="{1761A5B6-3C17-432E-86D5-75D450B28F4F}" dt="2026-04-05T23:42:12.801" v="3447" actId="164"/>
          <ac:cxnSpMkLst>
            <pc:docMk/>
            <pc:sldMk cId="860671062" sldId="263"/>
            <ac:cxnSpMk id="26" creationId="{79E7CE6D-BEB1-F555-51E7-A0B90FD42E8C}"/>
          </ac:cxnSpMkLst>
        </pc:cxnChg>
        <pc:cxnChg chg="add mod">
          <ac:chgData name="Natalie LePera" userId="cd153304780abd6f" providerId="LiveId" clId="{1761A5B6-3C17-432E-86D5-75D450B28F4F}" dt="2026-04-05T23:40:01.344" v="3403" actId="1076"/>
          <ac:cxnSpMkLst>
            <pc:docMk/>
            <pc:sldMk cId="860671062" sldId="263"/>
            <ac:cxnSpMk id="28" creationId="{358BD448-F14B-96AA-AD08-CCA609793869}"/>
          </ac:cxnSpMkLst>
        </pc:cxnChg>
        <pc:cxnChg chg="add mod">
          <ac:chgData name="Natalie LePera" userId="cd153304780abd6f" providerId="LiveId" clId="{1761A5B6-3C17-432E-86D5-75D450B28F4F}" dt="2026-04-05T23:40:01.344" v="3403" actId="1076"/>
          <ac:cxnSpMkLst>
            <pc:docMk/>
            <pc:sldMk cId="860671062" sldId="263"/>
            <ac:cxnSpMk id="30" creationId="{51F20FB2-83A4-EFC3-7660-F7C62E0BBBBD}"/>
          </ac:cxnSpMkLst>
        </pc:cxnChg>
        <pc:cxnChg chg="add mod">
          <ac:chgData name="Natalie LePera" userId="cd153304780abd6f" providerId="LiveId" clId="{1761A5B6-3C17-432E-86D5-75D450B28F4F}" dt="2026-04-05T23:37:36.429" v="3333" actId="571"/>
          <ac:cxnSpMkLst>
            <pc:docMk/>
            <pc:sldMk cId="860671062" sldId="263"/>
            <ac:cxnSpMk id="33" creationId="{A7A40AB4-466E-D961-5A17-87A86561F5FF}"/>
          </ac:cxnSpMkLst>
        </pc:cxnChg>
        <pc:cxnChg chg="add mod">
          <ac:chgData name="Natalie LePera" userId="cd153304780abd6f" providerId="LiveId" clId="{1761A5B6-3C17-432E-86D5-75D450B28F4F}" dt="2026-04-05T23:37:36.429" v="3333" actId="571"/>
          <ac:cxnSpMkLst>
            <pc:docMk/>
            <pc:sldMk cId="860671062" sldId="263"/>
            <ac:cxnSpMk id="34" creationId="{19F88F4C-3D65-B823-21DC-83FCF0BF23B6}"/>
          </ac:cxnSpMkLst>
        </pc:cxnChg>
        <pc:cxnChg chg="add mod">
          <ac:chgData name="Natalie LePera" userId="cd153304780abd6f" providerId="LiveId" clId="{1761A5B6-3C17-432E-86D5-75D450B28F4F}" dt="2026-04-05T23:37:36.429" v="3333" actId="571"/>
          <ac:cxnSpMkLst>
            <pc:docMk/>
            <pc:sldMk cId="860671062" sldId="263"/>
            <ac:cxnSpMk id="35" creationId="{B75B8036-9548-76F0-04EB-F2FA448C9E59}"/>
          </ac:cxnSpMkLst>
        </pc:cxnChg>
        <pc:cxnChg chg="add mod">
          <ac:chgData name="Natalie LePera" userId="cd153304780abd6f" providerId="LiveId" clId="{1761A5B6-3C17-432E-86D5-75D450B28F4F}" dt="2026-04-05T23:37:36.429" v="3333" actId="571"/>
          <ac:cxnSpMkLst>
            <pc:docMk/>
            <pc:sldMk cId="860671062" sldId="263"/>
            <ac:cxnSpMk id="36" creationId="{5786519A-4753-97F5-6CC1-2387120FB991}"/>
          </ac:cxnSpMkLst>
        </pc:cxnChg>
        <pc:cxnChg chg="add del mod">
          <ac:chgData name="Natalie LePera" userId="cd153304780abd6f" providerId="LiveId" clId="{1761A5B6-3C17-432E-86D5-75D450B28F4F}" dt="2026-04-05T23:38:43.350" v="3370" actId="478"/>
          <ac:cxnSpMkLst>
            <pc:docMk/>
            <pc:sldMk cId="860671062" sldId="263"/>
            <ac:cxnSpMk id="39" creationId="{B5C13B9F-3810-66AE-9A82-4DFEAEF21C63}"/>
          </ac:cxnSpMkLst>
        </pc:cxnChg>
        <pc:cxnChg chg="add mod">
          <ac:chgData name="Natalie LePera" userId="cd153304780abd6f" providerId="LiveId" clId="{1761A5B6-3C17-432E-86D5-75D450B28F4F}" dt="2026-04-05T23:41:32.452" v="3424" actId="14100"/>
          <ac:cxnSpMkLst>
            <pc:docMk/>
            <pc:sldMk cId="860671062" sldId="263"/>
            <ac:cxnSpMk id="41" creationId="{ACB1A38E-1995-9F80-EC45-361252CACE93}"/>
          </ac:cxnSpMkLst>
        </pc:cxnChg>
        <pc:cxnChg chg="add del">
          <ac:chgData name="Natalie LePera" userId="cd153304780abd6f" providerId="LiveId" clId="{1761A5B6-3C17-432E-86D5-75D450B28F4F}" dt="2026-04-05T23:38:58.749" v="3373" actId="478"/>
          <ac:cxnSpMkLst>
            <pc:docMk/>
            <pc:sldMk cId="860671062" sldId="263"/>
            <ac:cxnSpMk id="43" creationId="{E7A09CCC-CD4F-128C-16F2-17A4054763A4}"/>
          </ac:cxnSpMkLst>
        </pc:cxnChg>
        <pc:cxnChg chg="add mod">
          <ac:chgData name="Natalie LePera" userId="cd153304780abd6f" providerId="LiveId" clId="{1761A5B6-3C17-432E-86D5-75D450B28F4F}" dt="2026-04-05T23:41:19.526" v="3423" actId="14100"/>
          <ac:cxnSpMkLst>
            <pc:docMk/>
            <pc:sldMk cId="860671062" sldId="263"/>
            <ac:cxnSpMk id="45" creationId="{32605B06-9BB2-63E9-7682-60FC02E1E778}"/>
          </ac:cxnSpMkLst>
        </pc:cxnChg>
        <pc:cxnChg chg="add mod">
          <ac:chgData name="Natalie LePera" userId="cd153304780abd6f" providerId="LiveId" clId="{1761A5B6-3C17-432E-86D5-75D450B28F4F}" dt="2026-04-05T23:39:25.950" v="3377" actId="1582"/>
          <ac:cxnSpMkLst>
            <pc:docMk/>
            <pc:sldMk cId="860671062" sldId="263"/>
            <ac:cxnSpMk id="47" creationId="{B6109B65-F601-0235-CC16-2B25DAA18997}"/>
          </ac:cxnSpMkLst>
        </pc:cxnChg>
        <pc:cxnChg chg="add mod">
          <ac:chgData name="Natalie LePera" userId="cd153304780abd6f" providerId="LiveId" clId="{1761A5B6-3C17-432E-86D5-75D450B28F4F}" dt="2026-04-06T22:01:53.750" v="12165" actId="1035"/>
          <ac:cxnSpMkLst>
            <pc:docMk/>
            <pc:sldMk cId="860671062" sldId="263"/>
            <ac:cxnSpMk id="56" creationId="{669246DB-C757-FE95-F22F-2D6C1B4A0674}"/>
          </ac:cxnSpMkLst>
        </pc:cxnChg>
        <pc:cxnChg chg="add mod">
          <ac:chgData name="Natalie LePera" userId="cd153304780abd6f" providerId="LiveId" clId="{1761A5B6-3C17-432E-86D5-75D450B28F4F}" dt="2026-04-05T23:41:07.135" v="3418" actId="1582"/>
          <ac:cxnSpMkLst>
            <pc:docMk/>
            <pc:sldMk cId="860671062" sldId="263"/>
            <ac:cxnSpMk id="58" creationId="{CFC3124F-392D-A0A6-3160-056D1D146C05}"/>
          </ac:cxnSpMkLst>
        </pc:cxnChg>
        <pc:cxnChg chg="add mod">
          <ac:chgData name="Natalie LePera" userId="cd153304780abd6f" providerId="LiveId" clId="{1761A5B6-3C17-432E-86D5-75D450B28F4F}" dt="2026-04-05T23:41:07.135" v="3418" actId="1582"/>
          <ac:cxnSpMkLst>
            <pc:docMk/>
            <pc:sldMk cId="860671062" sldId="263"/>
            <ac:cxnSpMk id="60" creationId="{B401B0F3-E491-460E-A623-0CCDA3F63EFE}"/>
          </ac:cxnSpMkLst>
        </pc:cxnChg>
        <pc:cxnChg chg="add mod">
          <ac:chgData name="Natalie LePera" userId="cd153304780abd6f" providerId="LiveId" clId="{1761A5B6-3C17-432E-86D5-75D450B28F4F}" dt="2026-04-05T23:41:07.135" v="3418" actId="1582"/>
          <ac:cxnSpMkLst>
            <pc:docMk/>
            <pc:sldMk cId="860671062" sldId="263"/>
            <ac:cxnSpMk id="63" creationId="{3EFA0F8E-64FC-45E0-F8DD-E6D550C8927E}"/>
          </ac:cxnSpMkLst>
        </pc:cxnChg>
      </pc:sldChg>
      <pc:sldChg chg="addSp delSp modSp new del mod chgLayout">
        <pc:chgData name="Natalie LePera" userId="cd153304780abd6f" providerId="LiveId" clId="{1761A5B6-3C17-432E-86D5-75D450B28F4F}" dt="2026-04-05T23:24:09.960" v="2307" actId="2696"/>
        <pc:sldMkLst>
          <pc:docMk/>
          <pc:sldMk cId="1476640889" sldId="264"/>
        </pc:sldMkLst>
        <pc:spChg chg="del">
          <ac:chgData name="Natalie LePera" userId="cd153304780abd6f" providerId="LiveId" clId="{1761A5B6-3C17-432E-86D5-75D450B28F4F}" dt="2026-04-05T22:44:48.708" v="1040" actId="6264"/>
          <ac:spMkLst>
            <pc:docMk/>
            <pc:sldMk cId="1476640889" sldId="264"/>
            <ac:spMk id="2" creationId="{16D079D2-E392-D5DE-6946-FBA6FD0253B8}"/>
          </ac:spMkLst>
        </pc:spChg>
        <pc:spChg chg="del">
          <ac:chgData name="Natalie LePera" userId="cd153304780abd6f" providerId="LiveId" clId="{1761A5B6-3C17-432E-86D5-75D450B28F4F}" dt="2026-04-05T22:44:48.708" v="1040" actId="6264"/>
          <ac:spMkLst>
            <pc:docMk/>
            <pc:sldMk cId="1476640889" sldId="264"/>
            <ac:spMk id="3" creationId="{F5940569-11A4-9422-9B0A-B0EB0C23EF2C}"/>
          </ac:spMkLst>
        </pc:spChg>
        <pc:spChg chg="del mod ord">
          <ac:chgData name="Natalie LePera" userId="cd153304780abd6f" providerId="LiveId" clId="{1761A5B6-3C17-432E-86D5-75D450B28F4F}" dt="2026-04-05T22:45:03.850" v="1044" actId="22"/>
          <ac:spMkLst>
            <pc:docMk/>
            <pc:sldMk cId="1476640889" sldId="264"/>
            <ac:spMk id="4" creationId="{0D8F7B89-B3B3-153F-5187-F7DF0767044A}"/>
          </ac:spMkLst>
        </pc:spChg>
        <pc:spChg chg="del mod">
          <ac:chgData name="Natalie LePera" userId="cd153304780abd6f" providerId="LiveId" clId="{1761A5B6-3C17-432E-86D5-75D450B28F4F}" dt="2026-04-05T22:44:25.429" v="1033" actId="478"/>
          <ac:spMkLst>
            <pc:docMk/>
            <pc:sldMk cId="1476640889" sldId="264"/>
            <ac:spMk id="5" creationId="{A9702081-22A7-FED9-AB53-278DCDC87F72}"/>
          </ac:spMkLst>
        </pc:spChg>
        <pc:spChg chg="del">
          <ac:chgData name="Natalie LePera" userId="cd153304780abd6f" providerId="LiveId" clId="{1761A5B6-3C17-432E-86D5-75D450B28F4F}" dt="2026-04-05T22:37:43.533" v="852"/>
          <ac:spMkLst>
            <pc:docMk/>
            <pc:sldMk cId="1476640889" sldId="264"/>
            <ac:spMk id="6" creationId="{09FBE8E3-D54D-AAED-C942-65C48AB840BA}"/>
          </ac:spMkLst>
        </pc:spChg>
        <pc:spChg chg="add mod">
          <ac:chgData name="Natalie LePera" userId="cd153304780abd6f" providerId="LiveId" clId="{1761A5B6-3C17-432E-86D5-75D450B28F4F}" dt="2026-04-05T22:38:13.973" v="855" actId="21"/>
          <ac:spMkLst>
            <pc:docMk/>
            <pc:sldMk cId="1476640889" sldId="264"/>
            <ac:spMk id="8" creationId="{2199F245-44A2-7750-A524-008D4FDC208F}"/>
          </ac:spMkLst>
        </pc:spChg>
        <pc:spChg chg="add mod">
          <ac:chgData name="Natalie LePera" userId="cd153304780abd6f" providerId="LiveId" clId="{1761A5B6-3C17-432E-86D5-75D450B28F4F}" dt="2026-04-05T23:22:49.212" v="2235" actId="34136"/>
          <ac:spMkLst>
            <pc:docMk/>
            <pc:sldMk cId="1476640889" sldId="264"/>
            <ac:spMk id="13" creationId="{BED6C5EC-4454-A972-0A1A-7AE0DE0BAE00}"/>
          </ac:spMkLst>
        </pc:spChg>
        <pc:spChg chg="add del mod">
          <ac:chgData name="Natalie LePera" userId="cd153304780abd6f" providerId="LiveId" clId="{1761A5B6-3C17-432E-86D5-75D450B28F4F}" dt="2026-04-05T22:44:28.002" v="1034" actId="478"/>
          <ac:spMkLst>
            <pc:docMk/>
            <pc:sldMk cId="1476640889" sldId="264"/>
            <ac:spMk id="15" creationId="{2D60F2F9-9002-E538-9C08-28832CAEB54C}"/>
          </ac:spMkLst>
        </pc:spChg>
        <pc:spChg chg="add del mod">
          <ac:chgData name="Natalie LePera" userId="cd153304780abd6f" providerId="LiveId" clId="{1761A5B6-3C17-432E-86D5-75D450B28F4F}" dt="2026-04-05T22:44:48.708" v="1040" actId="6264"/>
          <ac:spMkLst>
            <pc:docMk/>
            <pc:sldMk cId="1476640889" sldId="264"/>
            <ac:spMk id="16" creationId="{04EA1BFA-EEE0-1B85-A8B5-BDCDB652A27C}"/>
          </ac:spMkLst>
        </pc:spChg>
        <pc:spChg chg="add del mod">
          <ac:chgData name="Natalie LePera" userId="cd153304780abd6f" providerId="LiveId" clId="{1761A5B6-3C17-432E-86D5-75D450B28F4F}" dt="2026-04-05T22:44:48.708" v="1040" actId="6264"/>
          <ac:spMkLst>
            <pc:docMk/>
            <pc:sldMk cId="1476640889" sldId="264"/>
            <ac:spMk id="17" creationId="{C8E1A930-DA08-74AC-284F-4592A68C10A0}"/>
          </ac:spMkLst>
        </pc:spChg>
        <pc:spChg chg="add mod ord">
          <ac:chgData name="Natalie LePera" userId="cd153304780abd6f" providerId="LiveId" clId="{1761A5B6-3C17-432E-86D5-75D450B28F4F}" dt="2026-04-05T23:16:54.592" v="1921" actId="20577"/>
          <ac:spMkLst>
            <pc:docMk/>
            <pc:sldMk cId="1476640889" sldId="264"/>
            <ac:spMk id="18" creationId="{6D150D9C-1800-2F25-AAA9-A648BB112609}"/>
          </ac:spMkLst>
        </pc:spChg>
        <pc:spChg chg="add del mod ord">
          <ac:chgData name="Natalie LePera" userId="cd153304780abd6f" providerId="LiveId" clId="{1761A5B6-3C17-432E-86D5-75D450B28F4F}" dt="2026-04-05T23:16:36.696" v="1857" actId="478"/>
          <ac:spMkLst>
            <pc:docMk/>
            <pc:sldMk cId="1476640889" sldId="264"/>
            <ac:spMk id="19" creationId="{2036047B-B4D2-4C2C-5694-8AAA1CD05FFD}"/>
          </ac:spMkLst>
        </pc:spChg>
        <pc:spChg chg="add mod ord">
          <ac:chgData name="Natalie LePera" userId="cd153304780abd6f" providerId="LiveId" clId="{1761A5B6-3C17-432E-86D5-75D450B28F4F}" dt="2026-04-05T23:17:07.290" v="1924" actId="1076"/>
          <ac:spMkLst>
            <pc:docMk/>
            <pc:sldMk cId="1476640889" sldId="264"/>
            <ac:spMk id="20" creationId="{80D25460-2F8D-846A-D17D-2C1477F85AAD}"/>
          </ac:spMkLst>
        </pc:spChg>
        <pc:spChg chg="add mod">
          <ac:chgData name="Natalie LePera" userId="cd153304780abd6f" providerId="LiveId" clId="{1761A5B6-3C17-432E-86D5-75D450B28F4F}" dt="2026-04-05T23:20:36.421" v="2209" actId="1076"/>
          <ac:spMkLst>
            <pc:docMk/>
            <pc:sldMk cId="1476640889" sldId="264"/>
            <ac:spMk id="21" creationId="{526CD1E5-1BA7-ECE9-52FE-DE9039BB1473}"/>
          </ac:spMkLst>
        </pc:spChg>
        <pc:spChg chg="add mod">
          <ac:chgData name="Natalie LePera" userId="cd153304780abd6f" providerId="LiveId" clId="{1761A5B6-3C17-432E-86D5-75D450B28F4F}" dt="2026-04-05T23:19:31.736" v="2072" actId="27636"/>
          <ac:spMkLst>
            <pc:docMk/>
            <pc:sldMk cId="1476640889" sldId="264"/>
            <ac:spMk id="24" creationId="{E6EC3014-6566-0B21-0C54-51ACA9BE7983}"/>
          </ac:spMkLst>
        </pc:spChg>
        <pc:graphicFrameChg chg="add del">
          <ac:chgData name="Natalie LePera" userId="cd153304780abd6f" providerId="LiveId" clId="{1761A5B6-3C17-432E-86D5-75D450B28F4F}" dt="2026-04-05T22:38:23.649" v="863" actId="3680"/>
          <ac:graphicFrameMkLst>
            <pc:docMk/>
            <pc:sldMk cId="1476640889" sldId="264"/>
            <ac:graphicFrameMk id="7" creationId="{F786A6BC-E4C8-19C2-BA7E-E7812D0321E6}"/>
          </ac:graphicFrameMkLst>
        </pc:graphicFrameChg>
        <pc:picChg chg="add mod">
          <ac:chgData name="Natalie LePera" userId="cd153304780abd6f" providerId="LiveId" clId="{1761A5B6-3C17-432E-86D5-75D450B28F4F}" dt="2026-04-05T22:38:16.810" v="857"/>
          <ac:picMkLst>
            <pc:docMk/>
            <pc:sldMk cId="1476640889" sldId="264"/>
            <ac:picMk id="9" creationId="{A77BDCCE-2071-C7B3-1AF9-E09166DF7EC6}"/>
          </ac:picMkLst>
        </pc:picChg>
        <pc:picChg chg="add mod">
          <ac:chgData name="Natalie LePera" userId="cd153304780abd6f" providerId="LiveId" clId="{1761A5B6-3C17-432E-86D5-75D450B28F4F}" dt="2026-04-05T22:38:20.162" v="859"/>
          <ac:picMkLst>
            <pc:docMk/>
            <pc:sldMk cId="1476640889" sldId="264"/>
            <ac:picMk id="10" creationId="{896ACC51-89D6-2729-C923-2F065F369FB1}"/>
          </ac:picMkLst>
        </pc:picChg>
        <pc:picChg chg="add del">
          <ac:chgData name="Natalie LePera" userId="cd153304780abd6f" providerId="LiveId" clId="{1761A5B6-3C17-432E-86D5-75D450B28F4F}" dt="2026-04-05T22:38:22.697" v="861" actId="22"/>
          <ac:picMkLst>
            <pc:docMk/>
            <pc:sldMk cId="1476640889" sldId="264"/>
            <ac:picMk id="12" creationId="{C3F8E83B-BCA2-B567-6DCD-3EACA32488C8}"/>
          </ac:picMkLst>
        </pc:picChg>
        <pc:picChg chg="add mod ord">
          <ac:chgData name="Natalie LePera" userId="cd153304780abd6f" providerId="LiveId" clId="{1761A5B6-3C17-432E-86D5-75D450B28F4F}" dt="2026-04-05T23:22:49.212" v="2235" actId="34136"/>
          <ac:picMkLst>
            <pc:docMk/>
            <pc:sldMk cId="1476640889" sldId="264"/>
            <ac:picMk id="23" creationId="{F7E08A06-5256-0E42-19B0-AD78A8AB08F6}"/>
          </ac:picMkLst>
        </pc:picChg>
        <pc:picChg chg="add del mod ord">
          <ac:chgData name="Natalie LePera" userId="cd153304780abd6f" providerId="LiveId" clId="{1761A5B6-3C17-432E-86D5-75D450B28F4F}" dt="2026-04-05T22:44:58.624" v="1042" actId="478"/>
          <ac:picMkLst>
            <pc:docMk/>
            <pc:sldMk cId="1476640889" sldId="264"/>
            <ac:picMk id="1026" creationId="{A77BDCCE-2071-C7B3-1AF9-E09166DF7EC6}"/>
          </ac:picMkLst>
        </pc:picChg>
      </pc:sldChg>
      <pc:sldChg chg="addSp delSp modSp add mod ord setBg delDesignElem">
        <pc:chgData name="Natalie LePera" userId="cd153304780abd6f" providerId="LiveId" clId="{1761A5B6-3C17-432E-86D5-75D450B28F4F}" dt="2026-04-06T22:13:08.989" v="12510" actId="20577"/>
        <pc:sldMkLst>
          <pc:docMk/>
          <pc:sldMk cId="4041849341" sldId="265"/>
        </pc:sldMkLst>
        <pc:spChg chg="mod">
          <ac:chgData name="Natalie LePera" userId="cd153304780abd6f" providerId="LiveId" clId="{1761A5B6-3C17-432E-86D5-75D450B28F4F}" dt="2026-04-05T23:24:55.856" v="2333" actId="20577"/>
          <ac:spMkLst>
            <pc:docMk/>
            <pc:sldMk cId="4041849341" sldId="265"/>
            <ac:spMk id="2" creationId="{7ADE6F33-2C0B-C162-C0BF-7E7981F9C5AE}"/>
          </ac:spMkLst>
        </pc:spChg>
        <pc:spChg chg="del">
          <ac:chgData name="Natalie LePera" userId="cd153304780abd6f" providerId="LiveId" clId="{1761A5B6-3C17-432E-86D5-75D450B28F4F}" dt="2026-04-05T23:21:47.205" v="2217" actId="26606"/>
          <ac:spMkLst>
            <pc:docMk/>
            <pc:sldMk cId="4041849341" sldId="265"/>
            <ac:spMk id="3" creationId="{02CF6712-10B2-D044-179B-3EEC548B835A}"/>
          </ac:spMkLst>
        </pc:spChg>
        <pc:spChg chg="add del mod">
          <ac:chgData name="Natalie LePera" userId="cd153304780abd6f" providerId="LiveId" clId="{1761A5B6-3C17-432E-86D5-75D450B28F4F}" dt="2026-04-05T23:22:43.076" v="2234" actId="478"/>
          <ac:spMkLst>
            <pc:docMk/>
            <pc:sldMk cId="4041849341" sldId="265"/>
            <ac:spMk id="6" creationId="{C280E5E1-EAFC-0811-E688-7DC5136F254F}"/>
          </ac:spMkLst>
        </pc:spChg>
        <pc:spChg chg="add mod">
          <ac:chgData name="Natalie LePera" userId="cd153304780abd6f" providerId="LiveId" clId="{1761A5B6-3C17-432E-86D5-75D450B28F4F}" dt="2026-04-05T23:23:43.061" v="2303" actId="1038"/>
          <ac:spMkLst>
            <pc:docMk/>
            <pc:sldMk cId="4041849341" sldId="265"/>
            <ac:spMk id="7" creationId="{BE572BF2-F9ED-938F-C473-60334B8B3D05}"/>
          </ac:spMkLst>
        </pc:spChg>
        <pc:spChg chg="add mod">
          <ac:chgData name="Natalie LePera" userId="cd153304780abd6f" providerId="LiveId" clId="{1761A5B6-3C17-432E-86D5-75D450B28F4F}" dt="2026-04-06T22:13:08.989" v="12510" actId="20577"/>
          <ac:spMkLst>
            <pc:docMk/>
            <pc:sldMk cId="4041849341" sldId="265"/>
            <ac:spMk id="8" creationId="{9BF5C2F5-FD66-ADDF-9AB0-DB087DD18982}"/>
          </ac:spMkLst>
        </pc:spChg>
        <pc:spChg chg="add">
          <ac:chgData name="Natalie LePera" userId="cd153304780abd6f" providerId="LiveId" clId="{1761A5B6-3C17-432E-86D5-75D450B28F4F}" dt="2026-04-05T23:21:47.205" v="2217" actId="26606"/>
          <ac:spMkLst>
            <pc:docMk/>
            <pc:sldMk cId="4041849341" sldId="265"/>
            <ac:spMk id="9" creationId="{D9A7F3BF-8763-4074-AD77-92790AF314D1}"/>
          </ac:spMkLst>
        </pc:spChg>
        <pc:spChg chg="add mod">
          <ac:chgData name="Natalie LePera" userId="cd153304780abd6f" providerId="LiveId" clId="{1761A5B6-3C17-432E-86D5-75D450B28F4F}" dt="2026-04-05T23:22:38.759" v="2233"/>
          <ac:spMkLst>
            <pc:docMk/>
            <pc:sldMk cId="4041849341" sldId="265"/>
            <ac:spMk id="10" creationId="{7CBABAF8-00E6-3362-7E1F-4F184F27F1C1}"/>
          </ac:spMkLst>
        </pc:spChg>
        <pc:spChg chg="add mod">
          <ac:chgData name="Natalie LePera" userId="cd153304780abd6f" providerId="LiveId" clId="{1761A5B6-3C17-432E-86D5-75D450B28F4F}" dt="2026-04-06T02:58:59.105" v="7123" actId="113"/>
          <ac:spMkLst>
            <pc:docMk/>
            <pc:sldMk cId="4041849341" sldId="265"/>
            <ac:spMk id="17" creationId="{B03F440C-1B28-0A04-9913-AB3F4EC32633}"/>
          </ac:spMkLst>
        </pc:spChg>
        <pc:spChg chg="del">
          <ac:chgData name="Natalie LePera" userId="cd153304780abd6f" providerId="LiveId" clId="{1761A5B6-3C17-432E-86D5-75D450B28F4F}" dt="2026-04-05T23:21:37.808" v="2216"/>
          <ac:spMkLst>
            <pc:docMk/>
            <pc:sldMk cId="4041849341" sldId="265"/>
            <ac:spMk id="24" creationId="{8B549817-7DD0-7E14-F4A9-96948199AB1C}"/>
          </ac:spMkLst>
        </pc:spChg>
        <pc:grpChg chg="add">
          <ac:chgData name="Natalie LePera" userId="cd153304780abd6f" providerId="LiveId" clId="{1761A5B6-3C17-432E-86D5-75D450B28F4F}" dt="2026-04-05T23:21:47.205" v="2217" actId="26606"/>
          <ac:grpSpMkLst>
            <pc:docMk/>
            <pc:sldMk cId="4041849341" sldId="265"/>
            <ac:grpSpMk id="11" creationId="{7A9648D6-B41B-42D0-A817-AE2607B0B5B8}"/>
          </ac:grpSpMkLst>
        </pc:grpChg>
        <pc:grpChg chg="del">
          <ac:chgData name="Natalie LePera" userId="cd153304780abd6f" providerId="LiveId" clId="{1761A5B6-3C17-432E-86D5-75D450B28F4F}" dt="2026-04-05T23:21:37.808" v="2216"/>
          <ac:grpSpMkLst>
            <pc:docMk/>
            <pc:sldMk cId="4041849341" sldId="265"/>
            <ac:grpSpMk id="28" creationId="{BA2978A2-C34A-31B0-A4F6-CC193B6B100A}"/>
          </ac:grpSpMkLst>
        </pc:grpChg>
        <pc:graphicFrameChg chg="add del">
          <ac:chgData name="Natalie LePera" userId="cd153304780abd6f" providerId="LiveId" clId="{1761A5B6-3C17-432E-86D5-75D450B28F4F}" dt="2026-04-05T23:22:29.223" v="2232" actId="478"/>
          <ac:graphicFrameMkLst>
            <pc:docMk/>
            <pc:sldMk cId="4041849341" sldId="265"/>
            <ac:graphicFrameMk id="5" creationId="{08F7CF1F-6471-3E04-068C-36F4F9116229}"/>
          </ac:graphicFrameMkLst>
        </pc:graphicFrameChg>
        <pc:picChg chg="add mod">
          <ac:chgData name="Natalie LePera" userId="cd153304780abd6f" providerId="LiveId" clId="{1761A5B6-3C17-432E-86D5-75D450B28F4F}" dt="2026-04-05T23:23:51.558" v="2304" actId="14861"/>
          <ac:picMkLst>
            <pc:docMk/>
            <pc:sldMk cId="4041849341" sldId="265"/>
            <ac:picMk id="15" creationId="{F436CE4F-9B28-4075-8D5A-D7E93D8B65F5}"/>
          </ac:picMkLst>
        </pc:picChg>
        <pc:cxnChg chg="add">
          <ac:chgData name="Natalie LePera" userId="cd153304780abd6f" providerId="LiveId" clId="{1761A5B6-3C17-432E-86D5-75D450B28F4F}" dt="2026-04-05T23:21:47.205" v="2217" actId="26606"/>
          <ac:cxnSpMkLst>
            <pc:docMk/>
            <pc:sldMk cId="4041849341" sldId="265"/>
            <ac:cxnSpMk id="16" creationId="{C49DA8F6-BCC1-4447-B54C-57856834B94B}"/>
          </ac:cxnSpMkLst>
        </pc:cxnChg>
        <pc:cxnChg chg="del">
          <ac:chgData name="Natalie LePera" userId="cd153304780abd6f" providerId="LiveId" clId="{1761A5B6-3C17-432E-86D5-75D450B28F4F}" dt="2026-04-05T23:21:37.808" v="2216"/>
          <ac:cxnSpMkLst>
            <pc:docMk/>
            <pc:sldMk cId="4041849341" sldId="265"/>
            <ac:cxnSpMk id="26" creationId="{8587CCB5-D30B-0B1E-08DD-5AED07E9EBD2}"/>
          </ac:cxnSpMkLst>
        </pc:cxnChg>
      </pc:sldChg>
      <pc:sldChg chg="addSp delSp add del setBg delDesignElem">
        <pc:chgData name="Natalie LePera" userId="cd153304780abd6f" providerId="LiveId" clId="{1761A5B6-3C17-432E-86D5-75D450B28F4F}" dt="2026-04-05T23:21:33.358" v="2214"/>
        <pc:sldMkLst>
          <pc:docMk/>
          <pc:sldMk cId="4096209876" sldId="265"/>
        </pc:sldMkLst>
        <pc:spChg chg="add del">
          <ac:chgData name="Natalie LePera" userId="cd153304780abd6f" providerId="LiveId" clId="{1761A5B6-3C17-432E-86D5-75D450B28F4F}" dt="2026-04-05T23:21:33.358" v="2214"/>
          <ac:spMkLst>
            <pc:docMk/>
            <pc:sldMk cId="4096209876" sldId="265"/>
            <ac:spMk id="17" creationId="{9D18944E-222F-DE66-8296-445397DCD232}"/>
          </ac:spMkLst>
        </pc:spChg>
        <pc:spChg chg="add del">
          <ac:chgData name="Natalie LePera" userId="cd153304780abd6f" providerId="LiveId" clId="{1761A5B6-3C17-432E-86D5-75D450B28F4F}" dt="2026-04-05T23:21:33.358" v="2214"/>
          <ac:spMkLst>
            <pc:docMk/>
            <pc:sldMk cId="4096209876" sldId="265"/>
            <ac:spMk id="19" creationId="{70391324-04B5-E2CD-E80E-F37CD0AC7DB0}"/>
          </ac:spMkLst>
        </pc:spChg>
        <pc:spChg chg="add del">
          <ac:chgData name="Natalie LePera" userId="cd153304780abd6f" providerId="LiveId" clId="{1761A5B6-3C17-432E-86D5-75D450B28F4F}" dt="2026-04-05T23:21:33.358" v="2214"/>
          <ac:spMkLst>
            <pc:docMk/>
            <pc:sldMk cId="4096209876" sldId="265"/>
            <ac:spMk id="21" creationId="{24BB49F5-7393-ABB4-1015-C99EA4A29973}"/>
          </ac:spMkLst>
        </pc:spChg>
        <pc:spChg chg="add del">
          <ac:chgData name="Natalie LePera" userId="cd153304780abd6f" providerId="LiveId" clId="{1761A5B6-3C17-432E-86D5-75D450B28F4F}" dt="2026-04-05T23:21:33.358" v="2214"/>
          <ac:spMkLst>
            <pc:docMk/>
            <pc:sldMk cId="4096209876" sldId="265"/>
            <ac:spMk id="23" creationId="{EF9DCD9B-F574-0FBE-55C8-89EBFAD48E3D}"/>
          </ac:spMkLst>
        </pc:spChg>
      </pc:sldChg>
      <pc:sldChg chg="addSp delSp modSp add mod modShow">
        <pc:chgData name="Natalie LePera" userId="cd153304780abd6f" providerId="LiveId" clId="{1761A5B6-3C17-432E-86D5-75D450B28F4F}" dt="2026-04-06T23:56:10.837" v="13573" actId="1076"/>
        <pc:sldMkLst>
          <pc:docMk/>
          <pc:sldMk cId="1028830433" sldId="266"/>
        </pc:sldMkLst>
        <pc:spChg chg="mod">
          <ac:chgData name="Natalie LePera" userId="cd153304780abd6f" providerId="LiveId" clId="{1761A5B6-3C17-432E-86D5-75D450B28F4F}" dt="2026-04-06T00:20:49.584" v="6512" actId="947"/>
          <ac:spMkLst>
            <pc:docMk/>
            <pc:sldMk cId="1028830433" sldId="266"/>
            <ac:spMk id="2" creationId="{9E862C6D-3D41-9A79-08C7-4CAA8A556856}"/>
          </ac:spMkLst>
        </pc:spChg>
        <pc:spChg chg="add mod ord">
          <ac:chgData name="Natalie LePera" userId="cd153304780abd6f" providerId="LiveId" clId="{1761A5B6-3C17-432E-86D5-75D450B28F4F}" dt="2026-04-06T23:56:10.837" v="13573" actId="1076"/>
          <ac:spMkLst>
            <pc:docMk/>
            <pc:sldMk cId="1028830433" sldId="266"/>
            <ac:spMk id="5" creationId="{3488B655-37FA-BD87-E44D-FBB5547D7DE4}"/>
          </ac:spMkLst>
        </pc:spChg>
        <pc:spChg chg="add del mod">
          <ac:chgData name="Natalie LePera" userId="cd153304780abd6f" providerId="LiveId" clId="{1761A5B6-3C17-432E-86D5-75D450B28F4F}" dt="2026-04-06T23:49:32.406" v="13504" actId="478"/>
          <ac:spMkLst>
            <pc:docMk/>
            <pc:sldMk cId="1028830433" sldId="266"/>
            <ac:spMk id="6" creationId="{16C72617-E8DA-7730-0E22-C9BCB82C16E7}"/>
          </ac:spMkLst>
        </pc:spChg>
        <pc:spChg chg="add del mod">
          <ac:chgData name="Natalie LePera" userId="cd153304780abd6f" providerId="LiveId" clId="{1761A5B6-3C17-432E-86D5-75D450B28F4F}" dt="2026-04-06T23:49:36.309" v="13506" actId="478"/>
          <ac:spMkLst>
            <pc:docMk/>
            <pc:sldMk cId="1028830433" sldId="266"/>
            <ac:spMk id="9" creationId="{7BEED06E-3082-6D60-FB13-84932BCDC44D}"/>
          </ac:spMkLst>
        </pc:spChg>
        <pc:spChg chg="add mod">
          <ac:chgData name="Natalie LePera" userId="cd153304780abd6f" providerId="LiveId" clId="{1761A5B6-3C17-432E-86D5-75D450B28F4F}" dt="2026-04-06T02:58:32.495" v="7117" actId="164"/>
          <ac:spMkLst>
            <pc:docMk/>
            <pc:sldMk cId="1028830433" sldId="266"/>
            <ac:spMk id="11" creationId="{7EDCDD6D-229E-E847-6105-91CE30FB5221}"/>
          </ac:spMkLst>
        </pc:spChg>
        <pc:spChg chg="mod">
          <ac:chgData name="Natalie LePera" userId="cd153304780abd6f" providerId="LiveId" clId="{1761A5B6-3C17-432E-86D5-75D450B28F4F}" dt="2026-04-06T23:56:03.888" v="13572" actId="403"/>
          <ac:spMkLst>
            <pc:docMk/>
            <pc:sldMk cId="1028830433" sldId="266"/>
            <ac:spMk id="13" creationId="{FF6EA3E1-FE2C-9756-E2EF-B8287052FA62}"/>
          </ac:spMkLst>
        </pc:spChg>
        <pc:spChg chg="del">
          <ac:chgData name="Natalie LePera" userId="cd153304780abd6f" providerId="LiveId" clId="{1761A5B6-3C17-432E-86D5-75D450B28F4F}" dt="2026-04-06T00:09:45.987" v="6132" actId="22"/>
          <ac:spMkLst>
            <pc:docMk/>
            <pc:sldMk cId="1028830433" sldId="266"/>
            <ac:spMk id="15" creationId="{2442EEC4-C749-5819-E0EA-3670BAF5EA7F}"/>
          </ac:spMkLst>
        </pc:spChg>
        <pc:spChg chg="add mod">
          <ac:chgData name="Natalie LePera" userId="cd153304780abd6f" providerId="LiveId" clId="{1761A5B6-3C17-432E-86D5-75D450B28F4F}" dt="2026-04-06T02:56:57.394" v="7074" actId="207"/>
          <ac:spMkLst>
            <pc:docMk/>
            <pc:sldMk cId="1028830433" sldId="266"/>
            <ac:spMk id="16" creationId="{6C4C08DF-53A4-DFEE-B3B9-2CF5DC20CBE3}"/>
          </ac:spMkLst>
        </pc:spChg>
        <pc:spChg chg="del mod">
          <ac:chgData name="Natalie LePera" userId="cd153304780abd6f" providerId="LiveId" clId="{1761A5B6-3C17-432E-86D5-75D450B28F4F}" dt="2026-04-06T23:49:34.871" v="13505" actId="478"/>
          <ac:spMkLst>
            <pc:docMk/>
            <pc:sldMk cId="1028830433" sldId="266"/>
            <ac:spMk id="17" creationId="{936ED64D-D157-48A7-3037-0204FB50D1C1}"/>
          </ac:spMkLst>
        </pc:spChg>
        <pc:spChg chg="mod">
          <ac:chgData name="Natalie LePera" userId="cd153304780abd6f" providerId="LiveId" clId="{1761A5B6-3C17-432E-86D5-75D450B28F4F}" dt="2026-04-06T23:49:40.015" v="13508" actId="20577"/>
          <ac:spMkLst>
            <pc:docMk/>
            <pc:sldMk cId="1028830433" sldId="266"/>
            <ac:spMk id="24" creationId="{2195C999-0295-4A16-63C9-84F92E2EB13C}"/>
          </ac:spMkLst>
        </pc:spChg>
        <pc:grpChg chg="add mod">
          <ac:chgData name="Natalie LePera" userId="cd153304780abd6f" providerId="LiveId" clId="{1761A5B6-3C17-432E-86D5-75D450B28F4F}" dt="2026-04-06T02:58:32.495" v="7117" actId="164"/>
          <ac:grpSpMkLst>
            <pc:docMk/>
            <pc:sldMk cId="1028830433" sldId="266"/>
            <ac:grpSpMk id="20" creationId="{D7BF3918-1238-AECD-AF87-9B4D5CD88180}"/>
          </ac:grpSpMkLst>
        </pc:grpChg>
        <pc:grpChg chg="add mod">
          <ac:chgData name="Natalie LePera" userId="cd153304780abd6f" providerId="LiveId" clId="{1761A5B6-3C17-432E-86D5-75D450B28F4F}" dt="2026-04-06T23:49:58.738" v="13515" actId="1076"/>
          <ac:grpSpMkLst>
            <pc:docMk/>
            <pc:sldMk cId="1028830433" sldId="266"/>
            <ac:grpSpMk id="21" creationId="{D3DB0FBA-AE8E-B5F6-ACDD-AD6EDE339289}"/>
          </ac:grpSpMkLst>
        </pc:grpChg>
        <pc:picChg chg="add mod ord">
          <ac:chgData name="Natalie LePera" userId="cd153304780abd6f" providerId="LiveId" clId="{1761A5B6-3C17-432E-86D5-75D450B28F4F}" dt="2026-04-06T23:55:50.327" v="13564" actId="1076"/>
          <ac:picMkLst>
            <pc:docMk/>
            <pc:sldMk cId="1028830433" sldId="266"/>
            <ac:picMk id="4" creationId="{217DDDD3-A4EA-3206-BD1E-6ABBF44E6CC6}"/>
          </ac:picMkLst>
        </pc:picChg>
        <pc:picChg chg="add del mod ord">
          <ac:chgData name="Natalie LePera" userId="cd153304780abd6f" providerId="LiveId" clId="{1761A5B6-3C17-432E-86D5-75D450B28F4F}" dt="2026-04-06T02:56:04.173" v="7064" actId="478"/>
          <ac:picMkLst>
            <pc:docMk/>
            <pc:sldMk cId="1028830433" sldId="266"/>
            <ac:picMk id="14" creationId="{72FD5D6B-AA14-98AD-D29D-59B50625D880}"/>
          </ac:picMkLst>
        </pc:picChg>
        <pc:picChg chg="add mod">
          <ac:chgData name="Natalie LePera" userId="cd153304780abd6f" providerId="LiveId" clId="{1761A5B6-3C17-432E-86D5-75D450B28F4F}" dt="2026-04-06T02:56:46.811" v="7073" actId="164"/>
          <ac:picMkLst>
            <pc:docMk/>
            <pc:sldMk cId="1028830433" sldId="266"/>
            <ac:picMk id="19" creationId="{B153912A-517D-DDAD-9183-62874583320C}"/>
          </ac:picMkLst>
        </pc:picChg>
        <pc:picChg chg="del mod">
          <ac:chgData name="Natalie LePera" userId="cd153304780abd6f" providerId="LiveId" clId="{1761A5B6-3C17-432E-86D5-75D450B28F4F}" dt="2026-04-06T23:49:30.271" v="13503" actId="478"/>
          <ac:picMkLst>
            <pc:docMk/>
            <pc:sldMk cId="1028830433" sldId="266"/>
            <ac:picMk id="23" creationId="{60398ABD-F367-4929-6163-9D67B0A0CCDB}"/>
          </ac:picMkLst>
        </pc:picChg>
        <pc:cxnChg chg="add del mod">
          <ac:chgData name="Natalie LePera" userId="cd153304780abd6f" providerId="LiveId" clId="{1761A5B6-3C17-432E-86D5-75D450B28F4F}" dt="2026-04-06T23:49:37.159" v="13507" actId="478"/>
          <ac:cxnSpMkLst>
            <pc:docMk/>
            <pc:sldMk cId="1028830433" sldId="266"/>
            <ac:cxnSpMk id="7" creationId="{2F49CEFE-160B-06C5-B743-8A82E59704BE}"/>
          </ac:cxnSpMkLst>
        </pc:cxnChg>
        <pc:cxnChg chg="add del mod">
          <ac:chgData name="Natalie LePera" userId="cd153304780abd6f" providerId="LiveId" clId="{1761A5B6-3C17-432E-86D5-75D450B28F4F}" dt="2026-04-06T00:13:22.792" v="6287" actId="478"/>
          <ac:cxnSpMkLst>
            <pc:docMk/>
            <pc:sldMk cId="1028830433" sldId="266"/>
            <ac:cxnSpMk id="8" creationId="{4EEE430A-4843-DB9F-0C7E-E23A29331693}"/>
          </ac:cxnSpMkLst>
        </pc:cxnChg>
        <pc:cxnChg chg="add mod">
          <ac:chgData name="Natalie LePera" userId="cd153304780abd6f" providerId="LiveId" clId="{1761A5B6-3C17-432E-86D5-75D450B28F4F}" dt="2026-04-06T00:16:43.192" v="6394" actId="1035"/>
          <ac:cxnSpMkLst>
            <pc:docMk/>
            <pc:sldMk cId="1028830433" sldId="266"/>
            <ac:cxnSpMk id="10" creationId="{67E445B1-EF02-C0F5-AC4F-B55E2245ED9E}"/>
          </ac:cxnSpMkLst>
        </pc:cxnChg>
      </pc:sldChg>
      <pc:sldChg chg="addSp delSp modSp new mod ord setBg">
        <pc:chgData name="Natalie LePera" userId="cd153304780abd6f" providerId="LiveId" clId="{1761A5B6-3C17-432E-86D5-75D450B28F4F}" dt="2026-04-06T04:46:44.392" v="11754" actId="14100"/>
        <pc:sldMkLst>
          <pc:docMk/>
          <pc:sldMk cId="3153294189" sldId="267"/>
        </pc:sldMkLst>
        <pc:spChg chg="mod">
          <ac:chgData name="Natalie LePera" userId="cd153304780abd6f" providerId="LiveId" clId="{1761A5B6-3C17-432E-86D5-75D450B28F4F}" dt="2026-04-06T03:13:49.484" v="7331" actId="26606"/>
          <ac:spMkLst>
            <pc:docMk/>
            <pc:sldMk cId="3153294189" sldId="267"/>
            <ac:spMk id="2" creationId="{B0EC70B4-0008-6042-B22C-EE9B6B428B15}"/>
          </ac:spMkLst>
        </pc:spChg>
        <pc:spChg chg="mod">
          <ac:chgData name="Natalie LePera" userId="cd153304780abd6f" providerId="LiveId" clId="{1761A5B6-3C17-432E-86D5-75D450B28F4F}" dt="2026-04-06T04:46:44.392" v="11754" actId="14100"/>
          <ac:spMkLst>
            <pc:docMk/>
            <pc:sldMk cId="3153294189" sldId="267"/>
            <ac:spMk id="3" creationId="{61069D47-39C6-6775-9464-F5DF7CEF6051}"/>
          </ac:spMkLst>
        </pc:spChg>
        <pc:spChg chg="add del">
          <ac:chgData name="Natalie LePera" userId="cd153304780abd6f" providerId="LiveId" clId="{1761A5B6-3C17-432E-86D5-75D450B28F4F}" dt="2026-04-06T03:13:49.484" v="7331" actId="26606"/>
          <ac:spMkLst>
            <pc:docMk/>
            <pc:sldMk cId="3153294189" sldId="267"/>
            <ac:spMk id="8" creationId="{8D1AA55E-40D5-461B-A5A8-4AE8AAB71B08}"/>
          </ac:spMkLst>
        </pc:spChg>
        <pc:spChg chg="add">
          <ac:chgData name="Natalie LePera" userId="cd153304780abd6f" providerId="LiveId" clId="{1761A5B6-3C17-432E-86D5-75D450B28F4F}" dt="2026-04-06T03:13:49.484" v="7331" actId="26606"/>
          <ac:spMkLst>
            <pc:docMk/>
            <pc:sldMk cId="3153294189" sldId="267"/>
            <ac:spMk id="20" creationId="{A2679492-7988-4050-9056-542444452411}"/>
          </ac:spMkLst>
        </pc:spChg>
        <pc:spChg chg="add">
          <ac:chgData name="Natalie LePera" userId="cd153304780abd6f" providerId="LiveId" clId="{1761A5B6-3C17-432E-86D5-75D450B28F4F}" dt="2026-04-06T03:13:49.484" v="7331" actId="26606"/>
          <ac:spMkLst>
            <pc:docMk/>
            <pc:sldMk cId="3153294189" sldId="267"/>
            <ac:spMk id="22" creationId="{B091B163-7D61-4891-ABCF-5C13D9C418D0}"/>
          </ac:spMkLst>
        </pc:spChg>
        <pc:grpChg chg="add del">
          <ac:chgData name="Natalie LePera" userId="cd153304780abd6f" providerId="LiveId" clId="{1761A5B6-3C17-432E-86D5-75D450B28F4F}" dt="2026-04-06T03:13:49.484" v="7331" actId="26606"/>
          <ac:grpSpMkLst>
            <pc:docMk/>
            <pc:sldMk cId="3153294189" sldId="267"/>
            <ac:grpSpMk id="12" creationId="{78350D8D-73D6-4132-89B5-DD52F3962A76}"/>
          </ac:grpSpMkLst>
        </pc:grpChg>
        <pc:grpChg chg="add">
          <ac:chgData name="Natalie LePera" userId="cd153304780abd6f" providerId="LiveId" clId="{1761A5B6-3C17-432E-86D5-75D450B28F4F}" dt="2026-04-06T03:13:49.484" v="7331" actId="26606"/>
          <ac:grpSpMkLst>
            <pc:docMk/>
            <pc:sldMk cId="3153294189" sldId="267"/>
            <ac:grpSpMk id="24" creationId="{0474DF76-993E-44DE-AFB0-C416182ACECF}"/>
          </ac:grpSpMkLst>
        </pc:grpChg>
        <pc:cxnChg chg="add del">
          <ac:chgData name="Natalie LePera" userId="cd153304780abd6f" providerId="LiveId" clId="{1761A5B6-3C17-432E-86D5-75D450B28F4F}" dt="2026-04-06T03:13:49.484" v="7331" actId="26606"/>
          <ac:cxnSpMkLst>
            <pc:docMk/>
            <pc:sldMk cId="3153294189" sldId="267"/>
            <ac:cxnSpMk id="10" creationId="{7EB498BD-8089-4626-91EA-4978EBEF535E}"/>
          </ac:cxnSpMkLst>
        </pc:cxnChg>
        <pc:cxnChg chg="add">
          <ac:chgData name="Natalie LePera" userId="cd153304780abd6f" providerId="LiveId" clId="{1761A5B6-3C17-432E-86D5-75D450B28F4F}" dt="2026-04-06T03:13:49.484" v="7331" actId="26606"/>
          <ac:cxnSpMkLst>
            <pc:docMk/>
            <pc:sldMk cId="3153294189" sldId="267"/>
            <ac:cxnSpMk id="29" creationId="{C49DA8F6-BCC1-4447-B54C-57856834B94B}"/>
          </ac:cxnSpMkLst>
        </pc:cxnChg>
      </pc:sldChg>
      <pc:sldChg chg="addSp delSp modSp new mod setBg setClrOvrMap">
        <pc:chgData name="Natalie LePera" userId="cd153304780abd6f" providerId="LiveId" clId="{1761A5B6-3C17-432E-86D5-75D450B28F4F}" dt="2026-04-06T04:47:15.513" v="11781" actId="113"/>
        <pc:sldMkLst>
          <pc:docMk/>
          <pc:sldMk cId="2539055498" sldId="268"/>
        </pc:sldMkLst>
        <pc:spChg chg="mod">
          <ac:chgData name="Natalie LePera" userId="cd153304780abd6f" providerId="LiveId" clId="{1761A5B6-3C17-432E-86D5-75D450B28F4F}" dt="2026-04-06T03:42:59.244" v="8843" actId="20577"/>
          <ac:spMkLst>
            <pc:docMk/>
            <pc:sldMk cId="2539055498" sldId="268"/>
            <ac:spMk id="2" creationId="{F161E5E6-FBFF-E650-A865-EE65BDFB1388}"/>
          </ac:spMkLst>
        </pc:spChg>
        <pc:spChg chg="add del mod">
          <ac:chgData name="Natalie LePera" userId="cd153304780abd6f" providerId="LiveId" clId="{1761A5B6-3C17-432E-86D5-75D450B28F4F}" dt="2026-04-06T03:35:30" v="8350" actId="26606"/>
          <ac:spMkLst>
            <pc:docMk/>
            <pc:sldMk cId="2539055498" sldId="268"/>
            <ac:spMk id="3" creationId="{EAE8CC92-E042-AD14-22C4-61CBEAA86CF0}"/>
          </ac:spMkLst>
        </pc:spChg>
        <pc:spChg chg="add del mod">
          <ac:chgData name="Natalie LePera" userId="cd153304780abd6f" providerId="LiveId" clId="{1761A5B6-3C17-432E-86D5-75D450B28F4F}" dt="2026-04-06T03:35:03.472" v="8337" actId="21"/>
          <ac:spMkLst>
            <pc:docMk/>
            <pc:sldMk cId="2539055498" sldId="268"/>
            <ac:spMk id="4" creationId="{F527A04B-2C64-2BA1-277C-6B462A838656}"/>
          </ac:spMkLst>
        </pc:spChg>
        <pc:spChg chg="add del">
          <ac:chgData name="Natalie LePera" userId="cd153304780abd6f" providerId="LiveId" clId="{1761A5B6-3C17-432E-86D5-75D450B28F4F}" dt="2026-04-06T03:35:29.992" v="8349" actId="26606"/>
          <ac:spMkLst>
            <pc:docMk/>
            <pc:sldMk cId="2539055498" sldId="268"/>
            <ac:spMk id="8" creationId="{E777E57D-6A88-4B5B-A068-2BA7FF4E8CCA}"/>
          </ac:spMkLst>
        </pc:spChg>
        <pc:spChg chg="add del">
          <ac:chgData name="Natalie LePera" userId="cd153304780abd6f" providerId="LiveId" clId="{1761A5B6-3C17-432E-86D5-75D450B28F4F}" dt="2026-04-06T03:35:24.868" v="8345" actId="26606"/>
          <ac:spMkLst>
            <pc:docMk/>
            <pc:sldMk cId="2539055498" sldId="268"/>
            <ac:spMk id="10" creationId="{B50AB553-2A96-4A92-96F2-93548E096954}"/>
          </ac:spMkLst>
        </pc:spChg>
        <pc:spChg chg="add mod">
          <ac:chgData name="Natalie LePera" userId="cd153304780abd6f" providerId="LiveId" clId="{1761A5B6-3C17-432E-86D5-75D450B28F4F}" dt="2026-04-06T03:49:00.829" v="9052" actId="207"/>
          <ac:spMkLst>
            <pc:docMk/>
            <pc:sldMk cId="2539055498" sldId="268"/>
            <ac:spMk id="13" creationId="{F527A04B-2C64-2BA1-277C-6B462A838656}"/>
          </ac:spMkLst>
        </pc:spChg>
        <pc:spChg chg="add del">
          <ac:chgData name="Natalie LePera" userId="cd153304780abd6f" providerId="LiveId" clId="{1761A5B6-3C17-432E-86D5-75D450B28F4F}" dt="2026-04-06T03:35:28.811" v="8347" actId="26606"/>
          <ac:spMkLst>
            <pc:docMk/>
            <pc:sldMk cId="2539055498" sldId="268"/>
            <ac:spMk id="14" creationId="{7DA1F35B-C8F7-4A5A-9339-7DA4D785B300}"/>
          </ac:spMkLst>
        </pc:spChg>
        <pc:spChg chg="add del">
          <ac:chgData name="Natalie LePera" userId="cd153304780abd6f" providerId="LiveId" clId="{1761A5B6-3C17-432E-86D5-75D450B28F4F}" dt="2026-04-06T03:35:28.811" v="8347" actId="26606"/>
          <ac:spMkLst>
            <pc:docMk/>
            <pc:sldMk cId="2539055498" sldId="268"/>
            <ac:spMk id="15" creationId="{B2D4AD41-40DA-4A81-92F5-B6E3BA1ED82A}"/>
          </ac:spMkLst>
        </pc:spChg>
        <pc:spChg chg="add mod ord">
          <ac:chgData name="Natalie LePera" userId="cd153304780abd6f" providerId="LiveId" clId="{1761A5B6-3C17-432E-86D5-75D450B28F4F}" dt="2026-04-06T03:49:17.420" v="9056" actId="14100"/>
          <ac:spMkLst>
            <pc:docMk/>
            <pc:sldMk cId="2539055498" sldId="268"/>
            <ac:spMk id="17" creationId="{E14C7450-2EE3-F5CA-41E9-6BE45CEC127A}"/>
          </ac:spMkLst>
        </pc:spChg>
        <pc:spChg chg="add del">
          <ac:chgData name="Natalie LePera" userId="cd153304780abd6f" providerId="LiveId" clId="{1761A5B6-3C17-432E-86D5-75D450B28F4F}" dt="2026-04-06T03:35:29.992" v="8349" actId="26606"/>
          <ac:spMkLst>
            <pc:docMk/>
            <pc:sldMk cId="2539055498" sldId="268"/>
            <ac:spMk id="18" creationId="{F7117410-A2A4-4085-9ADC-46744551DBDE}"/>
          </ac:spMkLst>
        </pc:spChg>
        <pc:spChg chg="add del">
          <ac:chgData name="Natalie LePera" userId="cd153304780abd6f" providerId="LiveId" clId="{1761A5B6-3C17-432E-86D5-75D450B28F4F}" dt="2026-04-06T03:35:29.992" v="8349" actId="26606"/>
          <ac:spMkLst>
            <pc:docMk/>
            <pc:sldMk cId="2539055498" sldId="268"/>
            <ac:spMk id="19" creationId="{99F74EB5-E547-4FB4-95F5-BCC788F3C4A0}"/>
          </ac:spMkLst>
        </pc:spChg>
        <pc:spChg chg="add del">
          <ac:chgData name="Natalie LePera" userId="cd153304780abd6f" providerId="LiveId" clId="{1761A5B6-3C17-432E-86D5-75D450B28F4F}" dt="2026-04-06T03:35:29.992" v="8349" actId="26606"/>
          <ac:spMkLst>
            <pc:docMk/>
            <pc:sldMk cId="2539055498" sldId="268"/>
            <ac:spMk id="20" creationId="{EAE8CC92-E042-AD14-22C4-61CBEAA86CF0}"/>
          </ac:spMkLst>
        </pc:spChg>
        <pc:spChg chg="add mod">
          <ac:chgData name="Natalie LePera" userId="cd153304780abd6f" providerId="LiveId" clId="{1761A5B6-3C17-432E-86D5-75D450B28F4F}" dt="2026-04-06T03:49:50.425" v="9084" actId="1076"/>
          <ac:spMkLst>
            <pc:docMk/>
            <pc:sldMk cId="2539055498" sldId="268"/>
            <ac:spMk id="21" creationId="{C3955359-DB4F-C046-F436-7FE6DCA21EC3}"/>
          </ac:spMkLst>
        </pc:spChg>
        <pc:spChg chg="add del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22" creationId="{327D73B4-9F5C-4A64-A179-51B9500CB8B5}"/>
          </ac:spMkLst>
        </pc:spChg>
        <pc:spChg chg="add del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23" creationId="{C1F06963-6374-4B48-844F-071A9BAAAE02}"/>
          </ac:spMkLst>
        </pc:spChg>
        <pc:spChg chg="add del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24" creationId="{6CB927A4-E432-4310-9CD5-E89FF5063179}"/>
          </ac:spMkLst>
        </pc:spChg>
        <pc:spChg chg="add del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25" creationId="{1453BF6C-B012-48B7-B4E8-6D7AC7C27D02}"/>
          </ac:spMkLst>
        </pc:spChg>
        <pc:spChg chg="add mod">
          <ac:chgData name="Natalie LePera" userId="cd153304780abd6f" providerId="LiveId" clId="{1761A5B6-3C17-432E-86D5-75D450B28F4F}" dt="2026-04-06T04:47:15.513" v="11781" actId="113"/>
          <ac:spMkLst>
            <pc:docMk/>
            <pc:sldMk cId="2539055498" sldId="268"/>
            <ac:spMk id="26" creationId="{EAE8CC92-E042-AD14-22C4-61CBEAA86CF0}"/>
          </ac:spMkLst>
        </pc:spChg>
        <pc:spChg chg="add del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27" creationId="{E3020543-B24B-4EC4-8FFC-8DD88EEA91A8}"/>
          </ac:spMkLst>
        </pc:spChg>
        <pc:spChg chg="add">
          <ac:chgData name="Natalie LePera" userId="cd153304780abd6f" providerId="LiveId" clId="{1761A5B6-3C17-432E-86D5-75D450B28F4F}" dt="2026-04-06T03:35:39.487" v="8351" actId="26606"/>
          <ac:spMkLst>
            <pc:docMk/>
            <pc:sldMk cId="2539055498" sldId="268"/>
            <ac:spMk id="33" creationId="{8D1AA55E-40D5-461B-A5A8-4AE8AAB71B08}"/>
          </ac:spMkLst>
        </pc:spChg>
        <pc:grpChg chg="add">
          <ac:chgData name="Natalie LePera" userId="cd153304780abd6f" providerId="LiveId" clId="{1761A5B6-3C17-432E-86D5-75D450B28F4F}" dt="2026-04-06T03:35:39.487" v="8351" actId="26606"/>
          <ac:grpSpMkLst>
            <pc:docMk/>
            <pc:sldMk cId="2539055498" sldId="268"/>
            <ac:grpSpMk id="37" creationId="{78350D8D-73D6-4132-89B5-DD52F3962A76}"/>
          </ac:grpSpMkLst>
        </pc:grpChg>
        <pc:graphicFrameChg chg="add del">
          <ac:chgData name="Natalie LePera" userId="cd153304780abd6f" providerId="LiveId" clId="{1761A5B6-3C17-432E-86D5-75D450B28F4F}" dt="2026-04-06T03:35:19.863" v="8339" actId="26606"/>
          <ac:graphicFrameMkLst>
            <pc:docMk/>
            <pc:sldMk cId="2539055498" sldId="268"/>
            <ac:graphicFrameMk id="5" creationId="{E64B0C55-2E9A-B43E-F0A6-0D21299CA5DB}"/>
          </ac:graphicFrameMkLst>
        </pc:graphicFrameChg>
        <pc:graphicFrameChg chg="add del">
          <ac:chgData name="Natalie LePera" userId="cd153304780abd6f" providerId="LiveId" clId="{1761A5B6-3C17-432E-86D5-75D450B28F4F}" dt="2026-04-06T03:35:20.550" v="8341" actId="26606"/>
          <ac:graphicFrameMkLst>
            <pc:docMk/>
            <pc:sldMk cId="2539055498" sldId="268"/>
            <ac:graphicFrameMk id="7" creationId="{1E2C4A85-8FDE-09AB-1234-5B158FC443D4}"/>
          </ac:graphicFrameMkLst>
        </pc:graphicFrameChg>
        <pc:graphicFrameChg chg="add del">
          <ac:chgData name="Natalie LePera" userId="cd153304780abd6f" providerId="LiveId" clId="{1761A5B6-3C17-432E-86D5-75D450B28F4F}" dt="2026-04-06T03:35:21.828" v="8343" actId="26606"/>
          <ac:graphicFrameMkLst>
            <pc:docMk/>
            <pc:sldMk cId="2539055498" sldId="268"/>
            <ac:graphicFrameMk id="9" creationId="{266D8DB0-4ECD-6AF9-7221-013022CB23BD}"/>
          </ac:graphicFrameMkLst>
        </pc:graphicFrameChg>
        <pc:graphicFrameChg chg="add del">
          <ac:chgData name="Natalie LePera" userId="cd153304780abd6f" providerId="LiveId" clId="{1761A5B6-3C17-432E-86D5-75D450B28F4F}" dt="2026-04-06T03:35:24.868" v="8345" actId="26606"/>
          <ac:graphicFrameMkLst>
            <pc:docMk/>
            <pc:sldMk cId="2539055498" sldId="268"/>
            <ac:graphicFrameMk id="12" creationId="{614EE13B-D9F9-0C2A-7EF7-0E5D6CB7713B}"/>
          </ac:graphicFrameMkLst>
        </pc:graphicFrameChg>
        <pc:graphicFrameChg chg="add del">
          <ac:chgData name="Natalie LePera" userId="cd153304780abd6f" providerId="LiveId" clId="{1761A5B6-3C17-432E-86D5-75D450B28F4F}" dt="2026-04-06T03:35:28.811" v="8347" actId="26606"/>
          <ac:graphicFrameMkLst>
            <pc:docMk/>
            <pc:sldMk cId="2539055498" sldId="268"/>
            <ac:graphicFrameMk id="16" creationId="{F07F23A3-457C-08F9-246E-2987CAB812C2}"/>
          </ac:graphicFrameMkLst>
        </pc:graphicFrameChg>
        <pc:picChg chg="add del">
          <ac:chgData name="Natalie LePera" userId="cd153304780abd6f" providerId="LiveId" clId="{1761A5B6-3C17-432E-86D5-75D450B28F4F}" dt="2026-04-06T03:35:21.828" v="8343" actId="26606"/>
          <ac:picMkLst>
            <pc:docMk/>
            <pc:sldMk cId="2539055498" sldId="268"/>
            <ac:picMk id="6" creationId="{37E22FEE-915A-B3B4-7F6A-F9CA5F9B9074}"/>
          </ac:picMkLst>
        </pc:picChg>
        <pc:picChg chg="add del">
          <ac:chgData name="Natalie LePera" userId="cd153304780abd6f" providerId="LiveId" clId="{1761A5B6-3C17-432E-86D5-75D450B28F4F}" dt="2026-04-06T03:35:24.868" v="8345" actId="26606"/>
          <ac:picMkLst>
            <pc:docMk/>
            <pc:sldMk cId="2539055498" sldId="268"/>
            <ac:picMk id="11" creationId="{C7221044-0C23-3282-065C-E4033BA46B51}"/>
          </ac:picMkLst>
        </pc:picChg>
        <pc:cxnChg chg="add">
          <ac:chgData name="Natalie LePera" userId="cd153304780abd6f" providerId="LiveId" clId="{1761A5B6-3C17-432E-86D5-75D450B28F4F}" dt="2026-04-06T03:35:30" v="8350" actId="26606"/>
          <ac:cxnSpMkLst>
            <pc:docMk/>
            <pc:sldMk cId="2539055498" sldId="268"/>
            <ac:cxnSpMk id="28" creationId="{C49DA8F6-BCC1-4447-B54C-57856834B94B}"/>
          </ac:cxnSpMkLst>
        </pc:cxnChg>
        <pc:cxnChg chg="add">
          <ac:chgData name="Natalie LePera" userId="cd153304780abd6f" providerId="LiveId" clId="{1761A5B6-3C17-432E-86D5-75D450B28F4F}" dt="2026-04-06T03:35:39.487" v="8351" actId="26606"/>
          <ac:cxnSpMkLst>
            <pc:docMk/>
            <pc:sldMk cId="2539055498" sldId="268"/>
            <ac:cxnSpMk id="35" creationId="{7EB498BD-8089-4626-91EA-4978EBEF535E}"/>
          </ac:cxnSpMkLst>
        </pc:cxnChg>
      </pc:sldChg>
      <pc:sldChg chg="addSp delSp modSp add mod modNotesTx">
        <pc:chgData name="Natalie LePera" userId="cd153304780abd6f" providerId="LiveId" clId="{1761A5B6-3C17-432E-86D5-75D450B28F4F}" dt="2026-04-06T23:00:50.986" v="13458" actId="20577"/>
        <pc:sldMkLst>
          <pc:docMk/>
          <pc:sldMk cId="4057630672" sldId="269"/>
        </pc:sldMkLst>
        <pc:spChg chg="mod">
          <ac:chgData name="Natalie LePera" userId="cd153304780abd6f" providerId="LiveId" clId="{1761A5B6-3C17-432E-86D5-75D450B28F4F}" dt="2026-04-06T03:50:25.055" v="9110" actId="20577"/>
          <ac:spMkLst>
            <pc:docMk/>
            <pc:sldMk cId="4057630672" sldId="269"/>
            <ac:spMk id="2" creationId="{BA2400F5-6393-CB78-4085-3FBD070C070E}"/>
          </ac:spMkLst>
        </pc:spChg>
        <pc:spChg chg="add mod">
          <ac:chgData name="Natalie LePera" userId="cd153304780abd6f" providerId="LiveId" clId="{1761A5B6-3C17-432E-86D5-75D450B28F4F}" dt="2026-04-06T04:05:29.648" v="9866" actId="20577"/>
          <ac:spMkLst>
            <pc:docMk/>
            <pc:sldMk cId="4057630672" sldId="269"/>
            <ac:spMk id="3" creationId="{608EE7AD-7EEE-7939-A180-8FECD728BF3E}"/>
          </ac:spMkLst>
        </pc:spChg>
        <pc:spChg chg="mod">
          <ac:chgData name="Natalie LePera" userId="cd153304780abd6f" providerId="LiveId" clId="{1761A5B6-3C17-432E-86D5-75D450B28F4F}" dt="2026-04-06T04:04:52.522" v="9854" actId="207"/>
          <ac:spMkLst>
            <pc:docMk/>
            <pc:sldMk cId="4057630672" sldId="269"/>
            <ac:spMk id="13" creationId="{F9ACE6C2-3FC2-482B-3AFD-23DFEC3130FB}"/>
          </ac:spMkLst>
        </pc:spChg>
        <pc:spChg chg="mod">
          <ac:chgData name="Natalie LePera" userId="cd153304780abd6f" providerId="LiveId" clId="{1761A5B6-3C17-432E-86D5-75D450B28F4F}" dt="2026-04-06T04:04:44.180" v="9852" actId="1076"/>
          <ac:spMkLst>
            <pc:docMk/>
            <pc:sldMk cId="4057630672" sldId="269"/>
            <ac:spMk id="17" creationId="{837925C8-E98F-B01C-211D-B05997E46E38}"/>
          </ac:spMkLst>
        </pc:spChg>
        <pc:spChg chg="del mod">
          <ac:chgData name="Natalie LePera" userId="cd153304780abd6f" providerId="LiveId" clId="{1761A5B6-3C17-432E-86D5-75D450B28F4F}" dt="2026-04-06T04:04:48.602" v="9853" actId="478"/>
          <ac:spMkLst>
            <pc:docMk/>
            <pc:sldMk cId="4057630672" sldId="269"/>
            <ac:spMk id="21" creationId="{B1E4E3B8-74A5-5DB8-BC66-836F79BAB0BC}"/>
          </ac:spMkLst>
        </pc:spChg>
        <pc:spChg chg="mod">
          <ac:chgData name="Natalie LePera" userId="cd153304780abd6f" providerId="LiveId" clId="{1761A5B6-3C17-432E-86D5-75D450B28F4F}" dt="2026-04-06T23:00:50.986" v="13458" actId="20577"/>
          <ac:spMkLst>
            <pc:docMk/>
            <pc:sldMk cId="4057630672" sldId="269"/>
            <ac:spMk id="26" creationId="{8CEBF2E3-E24B-A6D8-5A95-F7DAA400CD20}"/>
          </ac:spMkLst>
        </pc:spChg>
      </pc:sldChg>
      <pc:sldChg chg="addSp delSp modSp add mod">
        <pc:chgData name="Natalie LePera" userId="cd153304780abd6f" providerId="LiveId" clId="{1761A5B6-3C17-432E-86D5-75D450B28F4F}" dt="2026-04-06T22:54:20.721" v="13084" actId="20577"/>
        <pc:sldMkLst>
          <pc:docMk/>
          <pc:sldMk cId="1529907235" sldId="270"/>
        </pc:sldMkLst>
        <pc:spChg chg="mod">
          <ac:chgData name="Natalie LePera" userId="cd153304780abd6f" providerId="LiveId" clId="{1761A5B6-3C17-432E-86D5-75D450B28F4F}" dt="2026-04-06T04:10:45.300" v="10267" actId="20577"/>
          <ac:spMkLst>
            <pc:docMk/>
            <pc:sldMk cId="1529907235" sldId="270"/>
            <ac:spMk id="2" creationId="{DAA1ECF9-0BED-7B7C-52E1-FF6832B57529}"/>
          </ac:spMkLst>
        </pc:spChg>
        <pc:spChg chg="del">
          <ac:chgData name="Natalie LePera" userId="cd153304780abd6f" providerId="LiveId" clId="{1761A5B6-3C17-432E-86D5-75D450B28F4F}" dt="2026-04-06T04:16:19.698" v="10443" actId="478"/>
          <ac:spMkLst>
            <pc:docMk/>
            <pc:sldMk cId="1529907235" sldId="270"/>
            <ac:spMk id="3" creationId="{3EBFA199-5F52-A264-75B0-BDF02F50E124}"/>
          </ac:spMkLst>
        </pc:spChg>
        <pc:spChg chg="add mod">
          <ac:chgData name="Natalie LePera" userId="cd153304780abd6f" providerId="LiveId" clId="{1761A5B6-3C17-432E-86D5-75D450B28F4F}" dt="2026-04-06T04:18:57.642" v="10599" actId="1076"/>
          <ac:spMkLst>
            <pc:docMk/>
            <pc:sldMk cId="1529907235" sldId="270"/>
            <ac:spMk id="4" creationId="{F15C69D5-A16F-F53D-87C8-B54954829286}"/>
          </ac:spMkLst>
        </pc:spChg>
        <pc:spChg chg="add mod">
          <ac:chgData name="Natalie LePera" userId="cd153304780abd6f" providerId="LiveId" clId="{1761A5B6-3C17-432E-86D5-75D450B28F4F}" dt="2026-04-06T04:19:16.116" v="10647" actId="1038"/>
          <ac:spMkLst>
            <pc:docMk/>
            <pc:sldMk cId="1529907235" sldId="270"/>
            <ac:spMk id="5" creationId="{47F5A4AD-6DDE-D057-8268-F6ACC011A0A8}"/>
          </ac:spMkLst>
        </pc:spChg>
        <pc:spChg chg="add mod">
          <ac:chgData name="Natalie LePera" userId="cd153304780abd6f" providerId="LiveId" clId="{1761A5B6-3C17-432E-86D5-75D450B28F4F}" dt="2026-04-06T04:19:53.014" v="10657" actId="404"/>
          <ac:spMkLst>
            <pc:docMk/>
            <pc:sldMk cId="1529907235" sldId="270"/>
            <ac:spMk id="7" creationId="{4903E3C2-5303-7249-A917-630DEF59F3BA}"/>
          </ac:spMkLst>
        </pc:spChg>
        <pc:spChg chg="mod">
          <ac:chgData name="Natalie LePera" userId="cd153304780abd6f" providerId="LiveId" clId="{1761A5B6-3C17-432E-86D5-75D450B28F4F}" dt="2026-04-06T04:19:46.819" v="10654" actId="14100"/>
          <ac:spMkLst>
            <pc:docMk/>
            <pc:sldMk cId="1529907235" sldId="270"/>
            <ac:spMk id="13" creationId="{5D89FD8F-F587-E225-3693-6266CFADECEB}"/>
          </ac:spMkLst>
        </pc:spChg>
        <pc:spChg chg="mod">
          <ac:chgData name="Natalie LePera" userId="cd153304780abd6f" providerId="LiveId" clId="{1761A5B6-3C17-432E-86D5-75D450B28F4F}" dt="2026-04-06T04:19:36.342" v="10650" actId="14100"/>
          <ac:spMkLst>
            <pc:docMk/>
            <pc:sldMk cId="1529907235" sldId="270"/>
            <ac:spMk id="17" creationId="{CC81B562-E600-20F7-CE89-4E440562E92C}"/>
          </ac:spMkLst>
        </pc:spChg>
        <pc:spChg chg="mod">
          <ac:chgData name="Natalie LePera" userId="cd153304780abd6f" providerId="LiveId" clId="{1761A5B6-3C17-432E-86D5-75D450B28F4F}" dt="2026-04-06T22:54:20.721" v="13084" actId="20577"/>
          <ac:spMkLst>
            <pc:docMk/>
            <pc:sldMk cId="1529907235" sldId="270"/>
            <ac:spMk id="26" creationId="{654A8544-04B5-2AD0-99A0-371DEFBEB17A}"/>
          </ac:spMkLst>
        </pc:spChg>
      </pc:sldChg>
      <pc:sldChg chg="addSp delSp modSp add mod ord setBg">
        <pc:chgData name="Natalie LePera" userId="cd153304780abd6f" providerId="LiveId" clId="{1761A5B6-3C17-432E-86D5-75D450B28F4F}" dt="2026-04-06T22:17:42.128" v="12693" actId="20577"/>
        <pc:sldMkLst>
          <pc:docMk/>
          <pc:sldMk cId="2124889157" sldId="271"/>
        </pc:sldMkLst>
        <pc:spChg chg="mod">
          <ac:chgData name="Natalie LePera" userId="cd153304780abd6f" providerId="LiveId" clId="{1761A5B6-3C17-432E-86D5-75D450B28F4F}" dt="2026-04-06T22:04:48.969" v="12318"/>
          <ac:spMkLst>
            <pc:docMk/>
            <pc:sldMk cId="2124889157" sldId="271"/>
            <ac:spMk id="2" creationId="{4632D2F3-FB5C-E4D3-B870-CF706749A30E}"/>
          </ac:spMkLst>
        </pc:spChg>
        <pc:spChg chg="add del mod">
          <ac:chgData name="Natalie LePera" userId="cd153304780abd6f" providerId="LiveId" clId="{1761A5B6-3C17-432E-86D5-75D450B28F4F}" dt="2026-04-06T22:05:00.212" v="12322" actId="478"/>
          <ac:spMkLst>
            <pc:docMk/>
            <pc:sldMk cId="2124889157" sldId="271"/>
            <ac:spMk id="4" creationId="{1BAEDFDD-9659-B68F-884F-DE07CC8FC80E}"/>
          </ac:spMkLst>
        </pc:spChg>
        <pc:spChg chg="add del mod">
          <ac:chgData name="Natalie LePera" userId="cd153304780abd6f" providerId="LiveId" clId="{1761A5B6-3C17-432E-86D5-75D450B28F4F}" dt="2026-04-06T22:05:44.057" v="12349" actId="478"/>
          <ac:spMkLst>
            <pc:docMk/>
            <pc:sldMk cId="2124889157" sldId="271"/>
            <ac:spMk id="6" creationId="{73AB6168-E27E-B502-083B-D42DE647A9A9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8" creationId="{4EBC3EBD-D581-1F94-DA0E-FDC9B35C2AD5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9" creationId="{F1DA6E30-3095-8E7E-413F-BFED98C3A0AA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10" creationId="{58C2020C-876B-267A-C441-FBD76C97A62C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11" creationId="{2019A6CA-06DD-4299-2D41-41D0CBDCA6A5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12" creationId="{6F630C3C-3F41-71F6-98DC-B9266B853298}"/>
          </ac:spMkLst>
        </pc:spChg>
        <pc:spChg chg="del">
          <ac:chgData name="Natalie LePera" userId="cd153304780abd6f" providerId="LiveId" clId="{1761A5B6-3C17-432E-86D5-75D450B28F4F}" dt="2026-04-06T22:04:58.785" v="12321" actId="478"/>
          <ac:spMkLst>
            <pc:docMk/>
            <pc:sldMk cId="2124889157" sldId="271"/>
            <ac:spMk id="13" creationId="{F6C9CF9B-C4E0-1BCB-7E86-A3B750D04845}"/>
          </ac:spMkLst>
        </pc:spChg>
        <pc:spChg chg="mod">
          <ac:chgData name="Natalie LePera" userId="cd153304780abd6f" providerId="LiveId" clId="{1761A5B6-3C17-432E-86D5-75D450B28F4F}" dt="2026-04-06T22:17:42.128" v="12693" actId="20577"/>
          <ac:spMkLst>
            <pc:docMk/>
            <pc:sldMk cId="2124889157" sldId="271"/>
            <ac:spMk id="15" creationId="{34B2D2B3-22B1-515D-D365-2B255E9FC3F7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19" creationId="{67C58D90-6DCD-1F6F-BDF5-C3DBC8DD906D}"/>
          </ac:spMkLst>
        </pc:spChg>
        <pc:spChg chg="mod">
          <ac:chgData name="Natalie LePera" userId="cd153304780abd6f" providerId="LiveId" clId="{1761A5B6-3C17-432E-86D5-75D450B28F4F}" dt="2026-04-06T22:05:31.808" v="12343"/>
          <ac:spMkLst>
            <pc:docMk/>
            <pc:sldMk cId="2124889157" sldId="271"/>
            <ac:spMk id="23" creationId="{DAEB35B2-D82F-78FE-DDAC-8C8EC083430A}"/>
          </ac:spMkLst>
        </pc:spChg>
        <pc:spChg chg="del mod">
          <ac:chgData name="Natalie LePera" userId="cd153304780abd6f" providerId="LiveId" clId="{1761A5B6-3C17-432E-86D5-75D450B28F4F}" dt="2026-04-06T22:05:22.986" v="12340" actId="478"/>
          <ac:spMkLst>
            <pc:docMk/>
            <pc:sldMk cId="2124889157" sldId="271"/>
            <ac:spMk id="24" creationId="{2AEE7AE0-12BC-AC8D-1247-B0A335E05950}"/>
          </ac:spMkLst>
        </pc:spChg>
        <pc:spChg chg="mod">
          <ac:chgData name="Natalie LePera" userId="cd153304780abd6f" providerId="LiveId" clId="{1761A5B6-3C17-432E-86D5-75D450B28F4F}" dt="2026-04-06T22:11:41.222" v="12473" actId="208"/>
          <ac:spMkLst>
            <pc:docMk/>
            <pc:sldMk cId="2124889157" sldId="271"/>
            <ac:spMk id="29" creationId="{AF349FA6-BDE0-7A59-0AC4-B65C377B58EB}"/>
          </ac:spMkLst>
        </pc:spChg>
        <pc:spChg chg="add mod">
          <ac:chgData name="Natalie LePera" userId="cd153304780abd6f" providerId="LiveId" clId="{1761A5B6-3C17-432E-86D5-75D450B28F4F}" dt="2026-04-06T22:06:15.135" v="12369" actId="1076"/>
          <ac:spMkLst>
            <pc:docMk/>
            <pc:sldMk cId="2124889157" sldId="271"/>
            <ac:spMk id="31" creationId="{9A3F499A-3FFD-0EB0-EB71-23961CD18BFD}"/>
          </ac:spMkLst>
        </pc:spChg>
        <pc:spChg chg="del mod">
          <ac:chgData name="Natalie LePera" userId="cd153304780abd6f" providerId="LiveId" clId="{1761A5B6-3C17-432E-86D5-75D450B28F4F}" dt="2026-04-06T22:05:27.035" v="12342" actId="478"/>
          <ac:spMkLst>
            <pc:docMk/>
            <pc:sldMk cId="2124889157" sldId="271"/>
            <ac:spMk id="34" creationId="{EA68AE80-B690-18BD-A08F-2183547CA1B4}"/>
          </ac:spMkLst>
        </pc:spChg>
        <pc:grpChg chg="add mod">
          <ac:chgData name="Natalie LePera" userId="cd153304780abd6f" providerId="LiveId" clId="{1761A5B6-3C17-432E-86D5-75D450B28F4F}" dt="2026-04-06T22:05:49.137" v="12350" actId="1076"/>
          <ac:grpSpMkLst>
            <pc:docMk/>
            <pc:sldMk cId="2124889157" sldId="271"/>
            <ac:grpSpMk id="7" creationId="{2E513556-736C-3662-E73A-FAF74945EB5B}"/>
          </ac:grpSpMkLst>
        </pc:grpChg>
        <pc:picChg chg="del">
          <ac:chgData name="Natalie LePera" userId="cd153304780abd6f" providerId="LiveId" clId="{1761A5B6-3C17-432E-86D5-75D450B28F4F}" dt="2026-04-06T22:05:19.476" v="12337" actId="478"/>
          <ac:picMkLst>
            <pc:docMk/>
            <pc:sldMk cId="2124889157" sldId="271"/>
            <ac:picMk id="30" creationId="{63B8E9D3-B8D8-7876-9F07-7E12DF7C87BA}"/>
          </ac:picMkLst>
        </pc:picChg>
        <pc:cxnChg chg="mod">
          <ac:chgData name="Natalie LePera" userId="cd153304780abd6f" providerId="LiveId" clId="{1761A5B6-3C17-432E-86D5-75D450B28F4F}" dt="2026-04-06T22:05:31.808" v="12343"/>
          <ac:cxnSpMkLst>
            <pc:docMk/>
            <pc:sldMk cId="2124889157" sldId="271"/>
            <ac:cxnSpMk id="21" creationId="{5D51003A-DB94-3C14-BBCF-D1B20FA54D61}"/>
          </ac:cxnSpMkLst>
        </pc:cxnChg>
        <pc:cxnChg chg="mod">
          <ac:chgData name="Natalie LePera" userId="cd153304780abd6f" providerId="LiveId" clId="{1761A5B6-3C17-432E-86D5-75D450B28F4F}" dt="2026-04-06T22:11:41.222" v="12473" actId="208"/>
          <ac:cxnSpMkLst>
            <pc:docMk/>
            <pc:sldMk cId="2124889157" sldId="271"/>
            <ac:cxnSpMk id="25" creationId="{41791968-618D-8821-56CE-2755CAF4BA50}"/>
          </ac:cxnSpMkLst>
        </pc:cxnChg>
        <pc:cxnChg chg="mod">
          <ac:chgData name="Natalie LePera" userId="cd153304780abd6f" providerId="LiveId" clId="{1761A5B6-3C17-432E-86D5-75D450B28F4F}" dt="2026-04-06T22:11:41.222" v="12473" actId="208"/>
          <ac:cxnSpMkLst>
            <pc:docMk/>
            <pc:sldMk cId="2124889157" sldId="271"/>
            <ac:cxnSpMk id="26" creationId="{0E7AF6D5-78ED-672D-E55B-DE7A48FE83BC}"/>
          </ac:cxnSpMkLst>
        </pc:cxnChg>
        <pc:cxnChg chg="mod">
          <ac:chgData name="Natalie LePera" userId="cd153304780abd6f" providerId="LiveId" clId="{1761A5B6-3C17-432E-86D5-75D450B28F4F}" dt="2026-04-06T22:11:41.222" v="12473" actId="208"/>
          <ac:cxnSpMkLst>
            <pc:docMk/>
            <pc:sldMk cId="2124889157" sldId="271"/>
            <ac:cxnSpMk id="27" creationId="{EF4B29FE-452B-D6C5-A0F1-36D15903B70B}"/>
          </ac:cxnSpMkLst>
        </pc:cxnChg>
        <pc:cxnChg chg="mod">
          <ac:chgData name="Natalie LePera" userId="cd153304780abd6f" providerId="LiveId" clId="{1761A5B6-3C17-432E-86D5-75D450B28F4F}" dt="2026-04-06T22:11:41.222" v="12473" actId="208"/>
          <ac:cxnSpMkLst>
            <pc:docMk/>
            <pc:sldMk cId="2124889157" sldId="271"/>
            <ac:cxnSpMk id="28" creationId="{AFB2DD57-2735-C6AB-E747-DE96E60D5DD2}"/>
          </ac:cxnSpMkLst>
        </pc:cxnChg>
      </pc:sldChg>
      <pc:sldChg chg="new del">
        <pc:chgData name="Natalie LePera" userId="cd153304780abd6f" providerId="LiveId" clId="{1761A5B6-3C17-432E-86D5-75D450B28F4F}" dt="2026-04-06T21:38:43.667" v="11799" actId="2696"/>
        <pc:sldMkLst>
          <pc:docMk/>
          <pc:sldMk cId="2727520761" sldId="271"/>
        </pc:sldMkLst>
      </pc:sldChg>
      <pc:sldChg chg="new del">
        <pc:chgData name="Natalie LePera" userId="cd153304780abd6f" providerId="LiveId" clId="{1761A5B6-3C17-432E-86D5-75D450B28F4F}" dt="2026-04-06T21:30:06.394" v="11797" actId="680"/>
        <pc:sldMkLst>
          <pc:docMk/>
          <pc:sldMk cId="2781396894" sldId="27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94AB05-ECFA-4214-B716-D4139811DC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03698C-C025-445D-B1DD-8FAB842FBA1F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Metabolomics / Proteomics: Mass Spectrometry Plate Randomization</a:t>
          </a:r>
        </a:p>
      </dgm:t>
    </dgm:pt>
    <dgm:pt modelId="{85D1B2D9-DF07-47FF-93A3-09378985BC7E}" type="sibTrans" cxnId="{8DE80D46-5621-4E06-8D91-449A5535637B}">
      <dgm:prSet/>
      <dgm:spPr/>
      <dgm:t>
        <a:bodyPr/>
        <a:lstStyle/>
        <a:p>
          <a:endParaRPr lang="en-US"/>
        </a:p>
      </dgm:t>
    </dgm:pt>
    <dgm:pt modelId="{3B1FCB4D-1D77-4039-BA16-0B5FD31E66A6}" type="parTrans" cxnId="{8DE80D46-5621-4E06-8D91-449A5535637B}">
      <dgm:prSet/>
      <dgm:spPr/>
      <dgm:t>
        <a:bodyPr/>
        <a:lstStyle/>
        <a:p>
          <a:endParaRPr lang="en-US"/>
        </a:p>
      </dgm:t>
    </dgm:pt>
    <dgm:pt modelId="{AD6491DA-D4DA-477D-98D0-724E5F02B1D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Converts biological samples into digital / data</a:t>
          </a:r>
          <a:endParaRPr lang="en-US" dirty="0"/>
        </a:p>
      </dgm:t>
    </dgm:pt>
    <dgm:pt modelId="{8BE6A522-FA78-4E57-91B1-D0188C3DD513}" type="sibTrans" cxnId="{7FBF959B-0D8E-4C4E-A329-B5D5C2832DFB}">
      <dgm:prSet/>
      <dgm:spPr/>
      <dgm:t>
        <a:bodyPr/>
        <a:lstStyle/>
        <a:p>
          <a:endParaRPr lang="en-US"/>
        </a:p>
      </dgm:t>
    </dgm:pt>
    <dgm:pt modelId="{BC6AD4ED-D9E5-4E17-8B51-39454DB871D2}" type="parTrans" cxnId="{7FBF959B-0D8E-4C4E-A329-B5D5C2832DFB}">
      <dgm:prSet/>
      <dgm:spPr/>
      <dgm:t>
        <a:bodyPr/>
        <a:lstStyle/>
        <a:p>
          <a:endParaRPr lang="en-US"/>
        </a:p>
      </dgm:t>
    </dgm:pt>
    <dgm:pt modelId="{7CFC9571-40D7-4A0F-90F8-27991097F86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Pre-Clinical studies (animal models) for identification of target protein/gene</a:t>
          </a:r>
          <a:endParaRPr lang="en-US" dirty="0"/>
        </a:p>
      </dgm:t>
    </dgm:pt>
    <dgm:pt modelId="{87CFE3C6-457C-402D-A49E-B77D59BEA427}" type="sibTrans" cxnId="{3DB13B54-4CDF-431B-9EC2-932F7F675A7A}">
      <dgm:prSet/>
      <dgm:spPr/>
      <dgm:t>
        <a:bodyPr/>
        <a:lstStyle/>
        <a:p>
          <a:endParaRPr lang="en-US"/>
        </a:p>
      </dgm:t>
    </dgm:pt>
    <dgm:pt modelId="{411A1379-9AFA-44B5-AB7F-ED826E23D34A}" type="parTrans" cxnId="{3DB13B54-4CDF-431B-9EC2-932F7F675A7A}">
      <dgm:prSet/>
      <dgm:spPr/>
      <dgm:t>
        <a:bodyPr/>
        <a:lstStyle/>
        <a:p>
          <a:endParaRPr lang="en-US"/>
        </a:p>
      </dgm:t>
    </dgm:pt>
    <dgm:pt modelId="{06760F51-3419-417B-950E-E27333A1570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Randomization reduces machine drift &amp; batch effects</a:t>
          </a:r>
          <a:endParaRPr lang="en-US" dirty="0"/>
        </a:p>
      </dgm:t>
    </dgm:pt>
    <dgm:pt modelId="{043C0E5B-D062-4D56-AF2C-4EF7A7EB760C}" type="sibTrans" cxnId="{015B491A-B50E-4648-AFCE-DD26B6C601F8}">
      <dgm:prSet/>
      <dgm:spPr/>
      <dgm:t>
        <a:bodyPr/>
        <a:lstStyle/>
        <a:p>
          <a:endParaRPr lang="en-US"/>
        </a:p>
      </dgm:t>
    </dgm:pt>
    <dgm:pt modelId="{7103D25E-C2D3-40D5-A2ED-F7DAB80F048E}" type="parTrans" cxnId="{015B491A-B50E-4648-AFCE-DD26B6C601F8}">
      <dgm:prSet/>
      <dgm:spPr/>
      <dgm:t>
        <a:bodyPr/>
        <a:lstStyle/>
        <a:p>
          <a:endParaRPr lang="en-US"/>
        </a:p>
      </dgm:t>
    </dgm:pt>
    <dgm:pt modelId="{9E3DBCE5-8B3A-46B2-B51F-9F8C8E7317B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Double Blind Clinical Trials: Interactive Web Randomization Service (IWRS)</a:t>
          </a:r>
        </a:p>
      </dgm:t>
    </dgm:pt>
    <dgm:pt modelId="{AEFEB905-0AC6-4A91-A357-8E78193A8F35}" type="sibTrans" cxnId="{2A80B762-5C96-40E1-94D3-7C176C489302}">
      <dgm:prSet/>
      <dgm:spPr/>
      <dgm:t>
        <a:bodyPr/>
        <a:lstStyle/>
        <a:p>
          <a:endParaRPr lang="en-US"/>
        </a:p>
      </dgm:t>
    </dgm:pt>
    <dgm:pt modelId="{1FBA21C6-BD36-49E4-BCAD-FF11D9F2486C}" type="parTrans" cxnId="{2A80B762-5C96-40E1-94D3-7C176C489302}">
      <dgm:prSet/>
      <dgm:spPr/>
      <dgm:t>
        <a:bodyPr/>
        <a:lstStyle/>
        <a:p>
          <a:endParaRPr lang="en-US"/>
        </a:p>
      </dgm:t>
    </dgm:pt>
    <dgm:pt modelId="{DC9F3F5F-9404-4994-B820-087F73253C4B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Randomizes patients into treatment / placebo group(s)</a:t>
          </a:r>
          <a:endParaRPr lang="en-US" dirty="0"/>
        </a:p>
      </dgm:t>
    </dgm:pt>
    <dgm:pt modelId="{B03876DA-D747-4E4F-A325-42E5731C0F6E}" type="sibTrans" cxnId="{5984BFB1-D528-4C7A-95A7-0BD759296C6B}">
      <dgm:prSet/>
      <dgm:spPr/>
      <dgm:t>
        <a:bodyPr/>
        <a:lstStyle/>
        <a:p>
          <a:endParaRPr lang="en-US"/>
        </a:p>
      </dgm:t>
    </dgm:pt>
    <dgm:pt modelId="{51D0EEA7-1476-49A0-ABD4-A667DE33ECFB}" type="parTrans" cxnId="{5984BFB1-D528-4C7A-95A7-0BD759296C6B}">
      <dgm:prSet/>
      <dgm:spPr/>
      <dgm:t>
        <a:bodyPr/>
        <a:lstStyle/>
        <a:p>
          <a:endParaRPr lang="en-US"/>
        </a:p>
      </dgm:t>
    </dgm:pt>
    <dgm:pt modelId="{6364DB1C-F1C9-4540-B2D0-E909D306572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Uses stratification as pseudo matching between experimental groups (age, gender, diabetes, etc.)</a:t>
          </a:r>
        </a:p>
        <a:p>
          <a:pPr>
            <a:lnSpc>
              <a:spcPct val="100000"/>
            </a:lnSpc>
          </a:pPr>
          <a:r>
            <a:rPr lang="en-US" dirty="0"/>
            <a:t>Customizable to trial specifics</a:t>
          </a:r>
        </a:p>
      </dgm:t>
    </dgm:pt>
    <dgm:pt modelId="{49DA5B26-CD90-4D44-A9EF-597D88DA4986}" type="sibTrans" cxnId="{4BD56610-B31B-4E09-B932-2789768DC9B1}">
      <dgm:prSet/>
      <dgm:spPr/>
      <dgm:t>
        <a:bodyPr/>
        <a:lstStyle/>
        <a:p>
          <a:endParaRPr lang="en-US"/>
        </a:p>
      </dgm:t>
    </dgm:pt>
    <dgm:pt modelId="{F30B71E0-3D72-4C82-A5F2-55FC81338B35}" type="parTrans" cxnId="{4BD56610-B31B-4E09-B932-2789768DC9B1}">
      <dgm:prSet/>
      <dgm:spPr/>
      <dgm:t>
        <a:bodyPr/>
        <a:lstStyle/>
        <a:p>
          <a:endParaRPr lang="en-US"/>
        </a:p>
      </dgm:t>
    </dgm:pt>
    <dgm:pt modelId="{DFE5DD98-CDE4-4C75-B743-DA98967329D1}" type="pres">
      <dgm:prSet presAssocID="{5594AB05-ECFA-4214-B716-D4139811DCD7}" presName="root" presStyleCnt="0">
        <dgm:presLayoutVars>
          <dgm:dir/>
          <dgm:resizeHandles val="exact"/>
        </dgm:presLayoutVars>
      </dgm:prSet>
      <dgm:spPr/>
    </dgm:pt>
    <dgm:pt modelId="{FA4A00C5-AE44-4560-B763-E6DCDB1E4AD2}" type="pres">
      <dgm:prSet presAssocID="{0903698C-C025-445D-B1DD-8FAB842FBA1F}" presName="compNode" presStyleCnt="0"/>
      <dgm:spPr/>
    </dgm:pt>
    <dgm:pt modelId="{412D78F5-E11D-486D-A872-623D604BF792}" type="pres">
      <dgm:prSet presAssocID="{0903698C-C025-445D-B1DD-8FAB842FBA1F}" presName="bgRect" presStyleLbl="bgShp" presStyleIdx="0" presStyleCnt="2" custLinFactNeighborX="264" custLinFactNeighborY="-1530"/>
      <dgm:spPr/>
    </dgm:pt>
    <dgm:pt modelId="{94FCC336-FDF3-4179-B375-5DF079C7D451}" type="pres">
      <dgm:prSet presAssocID="{0903698C-C025-445D-B1DD-8FAB842FBA1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8483E887-33C7-410B-82F6-3E715CA47FF0}" type="pres">
      <dgm:prSet presAssocID="{0903698C-C025-445D-B1DD-8FAB842FBA1F}" presName="spaceRect" presStyleCnt="0"/>
      <dgm:spPr/>
    </dgm:pt>
    <dgm:pt modelId="{7942F6B6-FE01-4D51-8CAD-4FC78190FAB0}" type="pres">
      <dgm:prSet presAssocID="{0903698C-C025-445D-B1DD-8FAB842FBA1F}" presName="parTx" presStyleLbl="revTx" presStyleIdx="0" presStyleCnt="4">
        <dgm:presLayoutVars>
          <dgm:chMax val="0"/>
          <dgm:chPref val="0"/>
        </dgm:presLayoutVars>
      </dgm:prSet>
      <dgm:spPr/>
    </dgm:pt>
    <dgm:pt modelId="{E5FA892A-9A7C-4BAD-9FE5-1122B4858D08}" type="pres">
      <dgm:prSet presAssocID="{0903698C-C025-445D-B1DD-8FAB842FBA1F}" presName="desTx" presStyleLbl="revTx" presStyleIdx="1" presStyleCnt="4">
        <dgm:presLayoutVars/>
      </dgm:prSet>
      <dgm:spPr/>
    </dgm:pt>
    <dgm:pt modelId="{622088E0-0585-4AB6-968F-E0A2C9E4D132}" type="pres">
      <dgm:prSet presAssocID="{85D1B2D9-DF07-47FF-93A3-09378985BC7E}" presName="sibTrans" presStyleCnt="0"/>
      <dgm:spPr/>
    </dgm:pt>
    <dgm:pt modelId="{887796A9-0F1D-40C2-AE8B-1D33F6F55629}" type="pres">
      <dgm:prSet presAssocID="{9E3DBCE5-8B3A-46B2-B51F-9F8C8E7317B3}" presName="compNode" presStyleCnt="0"/>
      <dgm:spPr/>
    </dgm:pt>
    <dgm:pt modelId="{41D44081-73A4-47D2-9F57-E6FAEEACCE47}" type="pres">
      <dgm:prSet presAssocID="{9E3DBCE5-8B3A-46B2-B51F-9F8C8E7317B3}" presName="bgRect" presStyleLbl="bgShp" presStyleIdx="1" presStyleCnt="2"/>
      <dgm:spPr/>
    </dgm:pt>
    <dgm:pt modelId="{5CE41ABC-08B5-42F7-9F93-01C19FE89470}" type="pres">
      <dgm:prSet presAssocID="{9E3DBCE5-8B3A-46B2-B51F-9F8C8E7317B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8C9F5FC5-A956-4783-889F-76AF652CE2D5}" type="pres">
      <dgm:prSet presAssocID="{9E3DBCE5-8B3A-46B2-B51F-9F8C8E7317B3}" presName="spaceRect" presStyleCnt="0"/>
      <dgm:spPr/>
    </dgm:pt>
    <dgm:pt modelId="{52E8F855-0319-4C13-B51B-9BAA45FA840F}" type="pres">
      <dgm:prSet presAssocID="{9E3DBCE5-8B3A-46B2-B51F-9F8C8E7317B3}" presName="parTx" presStyleLbl="revTx" presStyleIdx="2" presStyleCnt="4">
        <dgm:presLayoutVars>
          <dgm:chMax val="0"/>
          <dgm:chPref val="0"/>
        </dgm:presLayoutVars>
      </dgm:prSet>
      <dgm:spPr/>
    </dgm:pt>
    <dgm:pt modelId="{C08F358D-6267-4F71-97AF-E1A6D0F4224A}" type="pres">
      <dgm:prSet presAssocID="{9E3DBCE5-8B3A-46B2-B51F-9F8C8E7317B3}" presName="desTx" presStyleLbl="revTx" presStyleIdx="3" presStyleCnt="4">
        <dgm:presLayoutVars/>
      </dgm:prSet>
      <dgm:spPr/>
    </dgm:pt>
  </dgm:ptLst>
  <dgm:cxnLst>
    <dgm:cxn modelId="{4BD56610-B31B-4E09-B932-2789768DC9B1}" srcId="{9E3DBCE5-8B3A-46B2-B51F-9F8C8E7317B3}" destId="{6364DB1C-F1C9-4540-B2D0-E909D3065727}" srcOrd="1" destOrd="0" parTransId="{F30B71E0-3D72-4C82-A5F2-55FC81338B35}" sibTransId="{49DA5B26-CD90-4D44-A9EF-597D88DA4986}"/>
    <dgm:cxn modelId="{015B491A-B50E-4648-AFCE-DD26B6C601F8}" srcId="{0903698C-C025-445D-B1DD-8FAB842FBA1F}" destId="{06760F51-3419-417B-950E-E27333A15702}" srcOrd="2" destOrd="0" parTransId="{7103D25E-C2D3-40D5-A2ED-F7DAB80F048E}" sibTransId="{043C0E5B-D062-4D56-AF2C-4EF7A7EB760C}"/>
    <dgm:cxn modelId="{2A80B762-5C96-40E1-94D3-7C176C489302}" srcId="{5594AB05-ECFA-4214-B716-D4139811DCD7}" destId="{9E3DBCE5-8B3A-46B2-B51F-9F8C8E7317B3}" srcOrd="1" destOrd="0" parTransId="{1FBA21C6-BD36-49E4-BCAD-FF11D9F2486C}" sibTransId="{AEFEB905-0AC6-4A91-A357-8E78193A8F35}"/>
    <dgm:cxn modelId="{2FCE9263-1EBF-44E7-8DEB-9DFD67FF281E}" type="presOf" srcId="{AD6491DA-D4DA-477D-98D0-724E5F02B1D1}" destId="{E5FA892A-9A7C-4BAD-9FE5-1122B4858D08}" srcOrd="0" destOrd="0" presId="urn:microsoft.com/office/officeart/2018/2/layout/IconVerticalSolidList"/>
    <dgm:cxn modelId="{8DE80D46-5621-4E06-8D91-449A5535637B}" srcId="{5594AB05-ECFA-4214-B716-D4139811DCD7}" destId="{0903698C-C025-445D-B1DD-8FAB842FBA1F}" srcOrd="0" destOrd="0" parTransId="{3B1FCB4D-1D77-4039-BA16-0B5FD31E66A6}" sibTransId="{85D1B2D9-DF07-47FF-93A3-09378985BC7E}"/>
    <dgm:cxn modelId="{CF32506A-D694-4860-A205-2F595DC39C6E}" type="presOf" srcId="{9E3DBCE5-8B3A-46B2-B51F-9F8C8E7317B3}" destId="{52E8F855-0319-4C13-B51B-9BAA45FA840F}" srcOrd="0" destOrd="0" presId="urn:microsoft.com/office/officeart/2018/2/layout/IconVerticalSolidList"/>
    <dgm:cxn modelId="{3DB13B54-4CDF-431B-9EC2-932F7F675A7A}" srcId="{0903698C-C025-445D-B1DD-8FAB842FBA1F}" destId="{7CFC9571-40D7-4A0F-90F8-27991097F862}" srcOrd="1" destOrd="0" parTransId="{411A1379-9AFA-44B5-AB7F-ED826E23D34A}" sibTransId="{87CFE3C6-457C-402D-A49E-B77D59BEA427}"/>
    <dgm:cxn modelId="{3AB7615A-CF4B-44AC-877F-5B41C16846EC}" type="presOf" srcId="{6364DB1C-F1C9-4540-B2D0-E909D3065727}" destId="{C08F358D-6267-4F71-97AF-E1A6D0F4224A}" srcOrd="0" destOrd="1" presId="urn:microsoft.com/office/officeart/2018/2/layout/IconVerticalSolidList"/>
    <dgm:cxn modelId="{7314ED7F-7B72-4FE0-B802-1EFC091BECCA}" type="presOf" srcId="{DC9F3F5F-9404-4994-B820-087F73253C4B}" destId="{C08F358D-6267-4F71-97AF-E1A6D0F4224A}" srcOrd="0" destOrd="0" presId="urn:microsoft.com/office/officeart/2018/2/layout/IconVerticalSolidList"/>
    <dgm:cxn modelId="{7FBF959B-0D8E-4C4E-A329-B5D5C2832DFB}" srcId="{0903698C-C025-445D-B1DD-8FAB842FBA1F}" destId="{AD6491DA-D4DA-477D-98D0-724E5F02B1D1}" srcOrd="0" destOrd="0" parTransId="{BC6AD4ED-D9E5-4E17-8B51-39454DB871D2}" sibTransId="{8BE6A522-FA78-4E57-91B1-D0188C3DD513}"/>
    <dgm:cxn modelId="{A4FD75A5-9A55-4282-8A75-CFD8E62BD652}" type="presOf" srcId="{5594AB05-ECFA-4214-B716-D4139811DCD7}" destId="{DFE5DD98-CDE4-4C75-B743-DA98967329D1}" srcOrd="0" destOrd="0" presId="urn:microsoft.com/office/officeart/2018/2/layout/IconVerticalSolidList"/>
    <dgm:cxn modelId="{5984BFB1-D528-4C7A-95A7-0BD759296C6B}" srcId="{9E3DBCE5-8B3A-46B2-B51F-9F8C8E7317B3}" destId="{DC9F3F5F-9404-4994-B820-087F73253C4B}" srcOrd="0" destOrd="0" parTransId="{51D0EEA7-1476-49A0-ABD4-A667DE33ECFB}" sibTransId="{B03876DA-D747-4E4F-A325-42E5731C0F6E}"/>
    <dgm:cxn modelId="{2A7474E5-1644-4D8C-AB39-3B35A6D54E45}" type="presOf" srcId="{7CFC9571-40D7-4A0F-90F8-27991097F862}" destId="{E5FA892A-9A7C-4BAD-9FE5-1122B4858D08}" srcOrd="0" destOrd="1" presId="urn:microsoft.com/office/officeart/2018/2/layout/IconVerticalSolidList"/>
    <dgm:cxn modelId="{6BB44EE8-B970-4AAB-AB99-ADC21C4A47B9}" type="presOf" srcId="{06760F51-3419-417B-950E-E27333A15702}" destId="{E5FA892A-9A7C-4BAD-9FE5-1122B4858D08}" srcOrd="0" destOrd="2" presId="urn:microsoft.com/office/officeart/2018/2/layout/IconVerticalSolidList"/>
    <dgm:cxn modelId="{9540CBFC-9292-457A-BA64-F358C6E95C5B}" type="presOf" srcId="{0903698C-C025-445D-B1DD-8FAB842FBA1F}" destId="{7942F6B6-FE01-4D51-8CAD-4FC78190FAB0}" srcOrd="0" destOrd="0" presId="urn:microsoft.com/office/officeart/2018/2/layout/IconVerticalSolidList"/>
    <dgm:cxn modelId="{954DC1A7-A8A6-4B41-A67E-E6F69217E839}" type="presParOf" srcId="{DFE5DD98-CDE4-4C75-B743-DA98967329D1}" destId="{FA4A00C5-AE44-4560-B763-E6DCDB1E4AD2}" srcOrd="0" destOrd="0" presId="urn:microsoft.com/office/officeart/2018/2/layout/IconVerticalSolidList"/>
    <dgm:cxn modelId="{3A6E9C8E-088E-4EFC-B226-92D21C31FADD}" type="presParOf" srcId="{FA4A00C5-AE44-4560-B763-E6DCDB1E4AD2}" destId="{412D78F5-E11D-486D-A872-623D604BF792}" srcOrd="0" destOrd="0" presId="urn:microsoft.com/office/officeart/2018/2/layout/IconVerticalSolidList"/>
    <dgm:cxn modelId="{EE7CC40E-D12D-4678-8920-A6621C2BDCE6}" type="presParOf" srcId="{FA4A00C5-AE44-4560-B763-E6DCDB1E4AD2}" destId="{94FCC336-FDF3-4179-B375-5DF079C7D451}" srcOrd="1" destOrd="0" presId="urn:microsoft.com/office/officeart/2018/2/layout/IconVerticalSolidList"/>
    <dgm:cxn modelId="{099D573F-363C-4DBC-B100-CDB64FC6835F}" type="presParOf" srcId="{FA4A00C5-AE44-4560-B763-E6DCDB1E4AD2}" destId="{8483E887-33C7-410B-82F6-3E715CA47FF0}" srcOrd="2" destOrd="0" presId="urn:microsoft.com/office/officeart/2018/2/layout/IconVerticalSolidList"/>
    <dgm:cxn modelId="{1F998F15-2D22-4769-AB6C-289349F4E9FC}" type="presParOf" srcId="{FA4A00C5-AE44-4560-B763-E6DCDB1E4AD2}" destId="{7942F6B6-FE01-4D51-8CAD-4FC78190FAB0}" srcOrd="3" destOrd="0" presId="urn:microsoft.com/office/officeart/2018/2/layout/IconVerticalSolidList"/>
    <dgm:cxn modelId="{F460B99A-41A5-40A8-AF43-190F911B99A5}" type="presParOf" srcId="{FA4A00C5-AE44-4560-B763-E6DCDB1E4AD2}" destId="{E5FA892A-9A7C-4BAD-9FE5-1122B4858D08}" srcOrd="4" destOrd="0" presId="urn:microsoft.com/office/officeart/2018/2/layout/IconVerticalSolidList"/>
    <dgm:cxn modelId="{AE13E19F-057F-4F9E-9FB9-E6601694B3DD}" type="presParOf" srcId="{DFE5DD98-CDE4-4C75-B743-DA98967329D1}" destId="{622088E0-0585-4AB6-968F-E0A2C9E4D132}" srcOrd="1" destOrd="0" presId="urn:microsoft.com/office/officeart/2018/2/layout/IconVerticalSolidList"/>
    <dgm:cxn modelId="{7553D718-97B3-446E-9612-E1A141D6B710}" type="presParOf" srcId="{DFE5DD98-CDE4-4C75-B743-DA98967329D1}" destId="{887796A9-0F1D-40C2-AE8B-1D33F6F55629}" srcOrd="2" destOrd="0" presId="urn:microsoft.com/office/officeart/2018/2/layout/IconVerticalSolidList"/>
    <dgm:cxn modelId="{F2D15DC6-7EE2-4D53-8ED6-6A603984932D}" type="presParOf" srcId="{887796A9-0F1D-40C2-AE8B-1D33F6F55629}" destId="{41D44081-73A4-47D2-9F57-E6FAEEACCE47}" srcOrd="0" destOrd="0" presId="urn:microsoft.com/office/officeart/2018/2/layout/IconVerticalSolidList"/>
    <dgm:cxn modelId="{60FB0EF3-7C16-49B7-A5E1-865BD4A0C2B3}" type="presParOf" srcId="{887796A9-0F1D-40C2-AE8B-1D33F6F55629}" destId="{5CE41ABC-08B5-42F7-9F93-01C19FE89470}" srcOrd="1" destOrd="0" presId="urn:microsoft.com/office/officeart/2018/2/layout/IconVerticalSolidList"/>
    <dgm:cxn modelId="{447445AA-FF89-4AB8-84F8-3CFF53C18064}" type="presParOf" srcId="{887796A9-0F1D-40C2-AE8B-1D33F6F55629}" destId="{8C9F5FC5-A956-4783-889F-76AF652CE2D5}" srcOrd="2" destOrd="0" presId="urn:microsoft.com/office/officeart/2018/2/layout/IconVerticalSolidList"/>
    <dgm:cxn modelId="{50B404BB-AA4F-4158-8B36-1B738E9BD12A}" type="presParOf" srcId="{887796A9-0F1D-40C2-AE8B-1D33F6F55629}" destId="{52E8F855-0319-4C13-B51B-9BAA45FA840F}" srcOrd="3" destOrd="0" presId="urn:microsoft.com/office/officeart/2018/2/layout/IconVerticalSolidList"/>
    <dgm:cxn modelId="{EDE2DA63-3A29-4F4B-B087-780BC0D50519}" type="presParOf" srcId="{887796A9-0F1D-40C2-AE8B-1D33F6F55629}" destId="{C08F358D-6267-4F71-97AF-E1A6D0F4224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DF0BDE-B5F5-4BBA-AACF-8E9ACF9CF1B0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F3095B1-98A0-45EA-9D91-10E0769A6B08}">
      <dgm:prSet phldrT="[Text]" custT="1"/>
      <dgm:spPr>
        <a:solidFill>
          <a:srgbClr val="176082"/>
        </a:solidFill>
      </dgm:spPr>
      <dgm:t>
        <a:bodyPr/>
        <a:lstStyle/>
        <a:p>
          <a:r>
            <a:rPr lang="en-US" sz="2000" b="1" dirty="0"/>
            <a:t>Preliminary genome sequencing</a:t>
          </a:r>
        </a:p>
      </dgm:t>
    </dgm:pt>
    <dgm:pt modelId="{2C5E8CFB-637D-4923-AAFE-E2C56C9D4BEC}" type="parTrans" cxnId="{C50B5251-ECF0-4064-BC8F-AD422DC6003F}">
      <dgm:prSet/>
      <dgm:spPr/>
      <dgm:t>
        <a:bodyPr/>
        <a:lstStyle/>
        <a:p>
          <a:endParaRPr lang="en-US" sz="2400"/>
        </a:p>
      </dgm:t>
    </dgm:pt>
    <dgm:pt modelId="{9ADE1AF1-0E7E-4C70-A21D-D5A335052C93}" type="sibTrans" cxnId="{C50B5251-ECF0-4064-BC8F-AD422DC6003F}">
      <dgm:prSet/>
      <dgm:spPr/>
      <dgm:t>
        <a:bodyPr/>
        <a:lstStyle/>
        <a:p>
          <a:endParaRPr lang="en-US"/>
        </a:p>
      </dgm:t>
    </dgm:pt>
    <dgm:pt modelId="{7CF15999-EE3E-4B0F-A54F-39D5625F50FA}">
      <dgm:prSet phldrT="[Text]" custT="1"/>
      <dgm:spPr>
        <a:ln>
          <a:solidFill>
            <a:srgbClr val="176082"/>
          </a:solidFill>
        </a:ln>
      </dgm:spPr>
      <dgm:t>
        <a:bodyPr/>
        <a:lstStyle/>
        <a:p>
          <a:r>
            <a:rPr lang="en-US" sz="1800" dirty="0"/>
            <a:t>Identifies possible genetic variants for gene of interest</a:t>
          </a:r>
        </a:p>
      </dgm:t>
    </dgm:pt>
    <dgm:pt modelId="{93D0E28C-770C-42B4-A790-A8D2E6ECB424}" type="parTrans" cxnId="{3F970A3E-0B7B-42A8-8A21-F5AEB92CE940}">
      <dgm:prSet/>
      <dgm:spPr/>
      <dgm:t>
        <a:bodyPr/>
        <a:lstStyle/>
        <a:p>
          <a:endParaRPr lang="en-US" sz="2400"/>
        </a:p>
      </dgm:t>
    </dgm:pt>
    <dgm:pt modelId="{4C703ED3-1279-4716-BE32-C51E84362940}" type="sibTrans" cxnId="{3F970A3E-0B7B-42A8-8A21-F5AEB92CE940}">
      <dgm:prSet/>
      <dgm:spPr/>
      <dgm:t>
        <a:bodyPr/>
        <a:lstStyle/>
        <a:p>
          <a:endParaRPr lang="en-US"/>
        </a:p>
      </dgm:t>
    </dgm:pt>
    <dgm:pt modelId="{3B5C9F54-B869-45C4-B997-A3577865105E}">
      <dgm:prSet phldrT="[Text]" custT="1"/>
      <dgm:spPr>
        <a:ln>
          <a:solidFill>
            <a:srgbClr val="176082"/>
          </a:solidFill>
        </a:ln>
      </dgm:spPr>
      <dgm:t>
        <a:bodyPr/>
        <a:lstStyle/>
        <a:p>
          <a:r>
            <a:rPr lang="en-US" sz="1800" dirty="0"/>
            <a:t>Essentially measuring population variance in gene sequence</a:t>
          </a:r>
        </a:p>
      </dgm:t>
    </dgm:pt>
    <dgm:pt modelId="{30477D25-FF5F-40C7-8C37-427EFAB569F6}" type="parTrans" cxnId="{5A9E04E3-5CEF-452E-8446-10A2A03CE471}">
      <dgm:prSet/>
      <dgm:spPr/>
      <dgm:t>
        <a:bodyPr/>
        <a:lstStyle/>
        <a:p>
          <a:endParaRPr lang="en-US" sz="2400"/>
        </a:p>
      </dgm:t>
    </dgm:pt>
    <dgm:pt modelId="{7D51B1E1-1468-45B4-B41C-DFC6ECF4F135}" type="sibTrans" cxnId="{5A9E04E3-5CEF-452E-8446-10A2A03CE471}">
      <dgm:prSet/>
      <dgm:spPr/>
      <dgm:t>
        <a:bodyPr/>
        <a:lstStyle/>
        <a:p>
          <a:endParaRPr lang="en-US"/>
        </a:p>
      </dgm:t>
    </dgm:pt>
    <dgm:pt modelId="{7D21D553-2B22-4DA6-AC63-E92E5123524E}">
      <dgm:prSet phldrT="[Text]" custT="1"/>
      <dgm:spPr>
        <a:solidFill>
          <a:srgbClr val="486480"/>
        </a:solidFill>
      </dgm:spPr>
      <dgm:t>
        <a:bodyPr/>
        <a:lstStyle/>
        <a:p>
          <a:r>
            <a:rPr lang="en-US" sz="2000" b="1" dirty="0"/>
            <a:t>Identification and sampling of clinical phenotypes</a:t>
          </a:r>
        </a:p>
      </dgm:t>
    </dgm:pt>
    <dgm:pt modelId="{2753924E-71C4-4478-922E-371F577A9C20}" type="parTrans" cxnId="{A84AC15F-4233-4380-8BE3-B3D3D15514FC}">
      <dgm:prSet/>
      <dgm:spPr/>
      <dgm:t>
        <a:bodyPr/>
        <a:lstStyle/>
        <a:p>
          <a:endParaRPr lang="en-US" sz="2400"/>
        </a:p>
      </dgm:t>
    </dgm:pt>
    <dgm:pt modelId="{A41DBC6A-B39C-46E9-927C-BBB33206CA79}" type="sibTrans" cxnId="{A84AC15F-4233-4380-8BE3-B3D3D15514FC}">
      <dgm:prSet/>
      <dgm:spPr/>
      <dgm:t>
        <a:bodyPr/>
        <a:lstStyle/>
        <a:p>
          <a:endParaRPr lang="en-US"/>
        </a:p>
      </dgm:t>
    </dgm:pt>
    <dgm:pt modelId="{C7D578DD-1BAF-4221-9853-F5D1E6719833}">
      <dgm:prSet phldrT="[Text]" custT="1"/>
      <dgm:spPr>
        <a:ln>
          <a:solidFill>
            <a:srgbClr val="486480"/>
          </a:solidFill>
        </a:ln>
      </dgm:spPr>
      <dgm:t>
        <a:bodyPr/>
        <a:lstStyle/>
        <a:p>
          <a:r>
            <a:rPr lang="en-US" sz="1800" dirty="0"/>
            <a:t>Gene expression or protein expression levels in target tissue</a:t>
          </a:r>
        </a:p>
      </dgm:t>
    </dgm:pt>
    <dgm:pt modelId="{1AE78CAA-E606-4183-96C1-F775A7A972E6}" type="parTrans" cxnId="{ECA25DFB-7D1F-407D-96B8-DA13F2F90E75}">
      <dgm:prSet/>
      <dgm:spPr/>
      <dgm:t>
        <a:bodyPr/>
        <a:lstStyle/>
        <a:p>
          <a:endParaRPr lang="en-US" sz="2400"/>
        </a:p>
      </dgm:t>
    </dgm:pt>
    <dgm:pt modelId="{54C03DC2-C03A-4C1C-9530-E2B92187BBBF}" type="sibTrans" cxnId="{ECA25DFB-7D1F-407D-96B8-DA13F2F90E75}">
      <dgm:prSet/>
      <dgm:spPr/>
      <dgm:t>
        <a:bodyPr/>
        <a:lstStyle/>
        <a:p>
          <a:endParaRPr lang="en-US"/>
        </a:p>
      </dgm:t>
    </dgm:pt>
    <dgm:pt modelId="{287D1959-8AB7-40D1-A134-BF0B85B18C32}">
      <dgm:prSet phldrT="[Text]" custT="1"/>
      <dgm:spPr>
        <a:ln>
          <a:solidFill>
            <a:srgbClr val="486480"/>
          </a:solidFill>
        </a:ln>
      </dgm:spPr>
      <dgm:t>
        <a:bodyPr/>
        <a:lstStyle/>
        <a:p>
          <a:r>
            <a:rPr lang="en-US" sz="1800" dirty="0"/>
            <a:t>Molecular phenotypes / blood biomarkers</a:t>
          </a:r>
        </a:p>
      </dgm:t>
    </dgm:pt>
    <dgm:pt modelId="{52E28951-2645-41CC-9F21-9EC63F3F0F31}" type="parTrans" cxnId="{26DD61B8-14CD-4957-B51B-372D068DF9AE}">
      <dgm:prSet/>
      <dgm:spPr/>
      <dgm:t>
        <a:bodyPr/>
        <a:lstStyle/>
        <a:p>
          <a:endParaRPr lang="en-US" sz="2400"/>
        </a:p>
      </dgm:t>
    </dgm:pt>
    <dgm:pt modelId="{C47C90FE-479D-4B94-84F2-636BB4FADBD0}" type="sibTrans" cxnId="{26DD61B8-14CD-4957-B51B-372D068DF9AE}">
      <dgm:prSet/>
      <dgm:spPr/>
      <dgm:t>
        <a:bodyPr/>
        <a:lstStyle/>
        <a:p>
          <a:endParaRPr lang="en-US"/>
        </a:p>
      </dgm:t>
    </dgm:pt>
    <dgm:pt modelId="{D2B42353-6E68-485A-BA17-FA6F9929CBF0}">
      <dgm:prSet phldrT="[Text]" custT="1"/>
      <dgm:spPr>
        <a:ln>
          <a:solidFill>
            <a:srgbClr val="486480"/>
          </a:solidFill>
        </a:ln>
      </dgm:spPr>
      <dgm:t>
        <a:bodyPr/>
        <a:lstStyle/>
        <a:p>
          <a:r>
            <a:rPr lang="en-US" sz="1800" dirty="0"/>
            <a:t>Disease risk factors or Disease outcomes</a:t>
          </a:r>
        </a:p>
      </dgm:t>
    </dgm:pt>
    <dgm:pt modelId="{A13D0923-D9F3-428B-9EB1-2C473C0E5E16}" type="parTrans" cxnId="{2922F580-E948-4AB3-BB77-7DE2106EDB26}">
      <dgm:prSet/>
      <dgm:spPr/>
      <dgm:t>
        <a:bodyPr/>
        <a:lstStyle/>
        <a:p>
          <a:endParaRPr lang="en-US" sz="2400"/>
        </a:p>
      </dgm:t>
    </dgm:pt>
    <dgm:pt modelId="{C7D2BF0C-51E2-4EFA-8B2D-B9EF677E7FE1}" type="sibTrans" cxnId="{2922F580-E948-4AB3-BB77-7DE2106EDB26}">
      <dgm:prSet/>
      <dgm:spPr/>
      <dgm:t>
        <a:bodyPr/>
        <a:lstStyle/>
        <a:p>
          <a:endParaRPr lang="en-US"/>
        </a:p>
      </dgm:t>
    </dgm:pt>
    <dgm:pt modelId="{9EDDEE35-B544-4632-9F5B-E75DAE0D413C}">
      <dgm:prSet phldrT="[Text]" custT="1"/>
      <dgm:spPr>
        <a:solidFill>
          <a:srgbClr val="75687B"/>
        </a:solidFill>
      </dgm:spPr>
      <dgm:t>
        <a:bodyPr/>
        <a:lstStyle/>
        <a:p>
          <a:r>
            <a:rPr lang="en-US" sz="2000" b="1" dirty="0"/>
            <a:t>Analysis of clinical phenotype by genetic variant</a:t>
          </a:r>
        </a:p>
      </dgm:t>
    </dgm:pt>
    <dgm:pt modelId="{EF0BF583-B439-4F52-948C-D244F8A154FC}" type="parTrans" cxnId="{520041B1-3EDA-4B74-98CC-CCAC6A4B22BB}">
      <dgm:prSet/>
      <dgm:spPr/>
      <dgm:t>
        <a:bodyPr/>
        <a:lstStyle/>
        <a:p>
          <a:endParaRPr lang="en-US" sz="2400"/>
        </a:p>
      </dgm:t>
    </dgm:pt>
    <dgm:pt modelId="{65A5259C-1EF1-46B0-9113-1821731EBF5C}" type="sibTrans" cxnId="{520041B1-3EDA-4B74-98CC-CCAC6A4B22BB}">
      <dgm:prSet/>
      <dgm:spPr/>
      <dgm:t>
        <a:bodyPr/>
        <a:lstStyle/>
        <a:p>
          <a:endParaRPr lang="en-US"/>
        </a:p>
      </dgm:t>
    </dgm:pt>
    <dgm:pt modelId="{90803050-1AF8-4876-A792-887CA29DFFAC}">
      <dgm:prSet phldrT="[Text]" custT="1"/>
      <dgm:spPr>
        <a:ln>
          <a:solidFill>
            <a:srgbClr val="75687B"/>
          </a:solidFill>
        </a:ln>
      </dgm:spPr>
      <dgm:t>
        <a:bodyPr/>
        <a:lstStyle/>
        <a:p>
          <a:r>
            <a:rPr lang="en-US" sz="1800" dirty="0"/>
            <a:t>Determine if different genotypes are producing significantly different outcomes</a:t>
          </a:r>
        </a:p>
      </dgm:t>
    </dgm:pt>
    <dgm:pt modelId="{5D99CC9D-FC90-4540-8C6F-D56AEC064948}" type="parTrans" cxnId="{A0D76A90-3341-4D44-A3F8-EC3D750610D4}">
      <dgm:prSet/>
      <dgm:spPr/>
      <dgm:t>
        <a:bodyPr/>
        <a:lstStyle/>
        <a:p>
          <a:endParaRPr lang="en-US" sz="2400"/>
        </a:p>
      </dgm:t>
    </dgm:pt>
    <dgm:pt modelId="{CF59348A-75DC-4F86-9C38-CCE393136A96}" type="sibTrans" cxnId="{A0D76A90-3341-4D44-A3F8-EC3D750610D4}">
      <dgm:prSet/>
      <dgm:spPr/>
      <dgm:t>
        <a:bodyPr/>
        <a:lstStyle/>
        <a:p>
          <a:endParaRPr lang="en-US"/>
        </a:p>
      </dgm:t>
    </dgm:pt>
    <dgm:pt modelId="{4A8D3DF9-F48E-4475-90BA-688113F199A2}">
      <dgm:prSet phldrT="[Text]" custT="1"/>
      <dgm:spPr>
        <a:solidFill>
          <a:srgbClr val="A86C6F"/>
        </a:solidFill>
      </dgm:spPr>
      <dgm:t>
        <a:bodyPr/>
        <a:lstStyle/>
        <a:p>
          <a:r>
            <a:rPr lang="en-US" sz="2000" b="1" dirty="0"/>
            <a:t>Validation of genetic proxy for use</a:t>
          </a:r>
        </a:p>
      </dgm:t>
    </dgm:pt>
    <dgm:pt modelId="{B03C7B63-8E97-443D-BCA4-FC4D7888A229}" type="parTrans" cxnId="{B371A6BD-1F29-4EF4-8254-10F3087D39CA}">
      <dgm:prSet/>
      <dgm:spPr/>
      <dgm:t>
        <a:bodyPr/>
        <a:lstStyle/>
        <a:p>
          <a:endParaRPr lang="en-US" sz="2400"/>
        </a:p>
      </dgm:t>
    </dgm:pt>
    <dgm:pt modelId="{F51E3F81-514B-4C0A-A7E6-528815772C7D}" type="sibTrans" cxnId="{B371A6BD-1F29-4EF4-8254-10F3087D39CA}">
      <dgm:prSet/>
      <dgm:spPr/>
      <dgm:t>
        <a:bodyPr/>
        <a:lstStyle/>
        <a:p>
          <a:endParaRPr lang="en-US"/>
        </a:p>
      </dgm:t>
    </dgm:pt>
    <dgm:pt modelId="{7561F9CC-341E-4029-940C-26F2A26F97E5}">
      <dgm:prSet phldrT="[Text]" custT="1"/>
      <dgm:spPr>
        <a:ln>
          <a:solidFill>
            <a:srgbClr val="A86C6F"/>
          </a:solidFill>
        </a:ln>
      </dgm:spPr>
      <dgm:t>
        <a:bodyPr/>
        <a:lstStyle/>
        <a:p>
          <a:r>
            <a:rPr lang="en-US" sz="1800" dirty="0"/>
            <a:t>Clinical trials are conducted to verify the findings</a:t>
          </a:r>
        </a:p>
      </dgm:t>
    </dgm:pt>
    <dgm:pt modelId="{AFE4FA7B-9FBB-4B25-B9C1-5B973D0D511F}" type="parTrans" cxnId="{EA372F03-0654-4F0D-B0B6-3F40DFFE881E}">
      <dgm:prSet/>
      <dgm:spPr/>
      <dgm:t>
        <a:bodyPr/>
        <a:lstStyle/>
        <a:p>
          <a:endParaRPr lang="en-US" sz="2400"/>
        </a:p>
      </dgm:t>
    </dgm:pt>
    <dgm:pt modelId="{ECF432B8-EFDC-4260-B49F-BF66EBB0E770}" type="sibTrans" cxnId="{EA372F03-0654-4F0D-B0B6-3F40DFFE881E}">
      <dgm:prSet/>
      <dgm:spPr/>
      <dgm:t>
        <a:bodyPr/>
        <a:lstStyle/>
        <a:p>
          <a:endParaRPr lang="en-US"/>
        </a:p>
      </dgm:t>
    </dgm:pt>
    <dgm:pt modelId="{0D6A1616-FACC-45F1-ACAC-EE62D397321E}">
      <dgm:prSet phldrT="[Text]" custT="1"/>
      <dgm:spPr>
        <a:ln>
          <a:solidFill>
            <a:srgbClr val="75687B"/>
          </a:solidFill>
        </a:ln>
      </dgm:spPr>
      <dgm:t>
        <a:bodyPr/>
        <a:lstStyle/>
        <a:p>
          <a:r>
            <a:rPr lang="en-US" sz="1800" dirty="0"/>
            <a:t>Commonly measured with F test</a:t>
          </a:r>
        </a:p>
      </dgm:t>
    </dgm:pt>
    <dgm:pt modelId="{996F3E9F-9AAA-4496-BB5C-B0E173B8880B}" type="parTrans" cxnId="{2DF0D0B3-E558-426C-9D32-F5A61A7B5346}">
      <dgm:prSet/>
      <dgm:spPr/>
      <dgm:t>
        <a:bodyPr/>
        <a:lstStyle/>
        <a:p>
          <a:endParaRPr lang="en-US" sz="2400"/>
        </a:p>
      </dgm:t>
    </dgm:pt>
    <dgm:pt modelId="{4104AB53-5BF1-4E28-8C4C-438F97255B34}" type="sibTrans" cxnId="{2DF0D0B3-E558-426C-9D32-F5A61A7B5346}">
      <dgm:prSet/>
      <dgm:spPr/>
      <dgm:t>
        <a:bodyPr/>
        <a:lstStyle/>
        <a:p>
          <a:endParaRPr lang="en-US"/>
        </a:p>
      </dgm:t>
    </dgm:pt>
    <dgm:pt modelId="{139832FD-944F-439C-9CA6-2A4D9838F39C}">
      <dgm:prSet phldrT="[Text]" custT="1"/>
      <dgm:spPr>
        <a:ln>
          <a:solidFill>
            <a:srgbClr val="486480"/>
          </a:solidFill>
        </a:ln>
      </dgm:spPr>
      <dgm:t>
        <a:bodyPr/>
        <a:lstStyle/>
        <a:p>
          <a:r>
            <a:rPr lang="en-US" sz="1800" dirty="0"/>
            <a:t>protein quantitative trait loci (</a:t>
          </a:r>
          <a:r>
            <a:rPr lang="en-US" sz="1800" dirty="0" err="1"/>
            <a:t>pQTLs</a:t>
          </a:r>
          <a:r>
            <a:rPr lang="en-US" sz="1800" dirty="0"/>
            <a:t>)</a:t>
          </a:r>
        </a:p>
      </dgm:t>
    </dgm:pt>
    <dgm:pt modelId="{44AA4701-24BD-4B61-9665-B0CCDA97F327}" type="parTrans" cxnId="{C7B809A0-F8ED-4C2D-9339-4BE18CC1A2C0}">
      <dgm:prSet/>
      <dgm:spPr/>
      <dgm:t>
        <a:bodyPr/>
        <a:lstStyle/>
        <a:p>
          <a:endParaRPr lang="en-US" sz="2400"/>
        </a:p>
      </dgm:t>
    </dgm:pt>
    <dgm:pt modelId="{51148080-0C60-4121-B046-85BB6463660B}" type="sibTrans" cxnId="{C7B809A0-F8ED-4C2D-9339-4BE18CC1A2C0}">
      <dgm:prSet/>
      <dgm:spPr/>
      <dgm:t>
        <a:bodyPr/>
        <a:lstStyle/>
        <a:p>
          <a:endParaRPr lang="en-US"/>
        </a:p>
      </dgm:t>
    </dgm:pt>
    <dgm:pt modelId="{1497E2C8-6CED-4853-B6CC-768C641DA53F}" type="pres">
      <dgm:prSet presAssocID="{92DF0BDE-B5F5-4BBA-AACF-8E9ACF9CF1B0}" presName="linear" presStyleCnt="0">
        <dgm:presLayoutVars>
          <dgm:dir/>
          <dgm:animLvl val="lvl"/>
          <dgm:resizeHandles val="exact"/>
        </dgm:presLayoutVars>
      </dgm:prSet>
      <dgm:spPr/>
    </dgm:pt>
    <dgm:pt modelId="{2E8D2216-9649-4549-ACE0-BF36E96FC5D8}" type="pres">
      <dgm:prSet presAssocID="{DF3095B1-98A0-45EA-9D91-10E0769A6B08}" presName="parentLin" presStyleCnt="0"/>
      <dgm:spPr/>
    </dgm:pt>
    <dgm:pt modelId="{86C2F5EE-73E2-49E0-A4F6-4DF9DC3B893D}" type="pres">
      <dgm:prSet presAssocID="{DF3095B1-98A0-45EA-9D91-10E0769A6B08}" presName="parentLeftMargin" presStyleLbl="node1" presStyleIdx="0" presStyleCnt="4"/>
      <dgm:spPr/>
    </dgm:pt>
    <dgm:pt modelId="{8FB419BB-FABF-4767-8F75-0BC9FB10CEDA}" type="pres">
      <dgm:prSet presAssocID="{DF3095B1-98A0-45EA-9D91-10E0769A6B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55AEA7-04F0-43FA-AB12-F21F1EE59574}" type="pres">
      <dgm:prSet presAssocID="{DF3095B1-98A0-45EA-9D91-10E0769A6B08}" presName="negativeSpace" presStyleCnt="0"/>
      <dgm:spPr/>
    </dgm:pt>
    <dgm:pt modelId="{C76E0192-F4FE-48BB-9BC7-1143D742C41C}" type="pres">
      <dgm:prSet presAssocID="{DF3095B1-98A0-45EA-9D91-10E0769A6B08}" presName="childText" presStyleLbl="conFgAcc1" presStyleIdx="0" presStyleCnt="4">
        <dgm:presLayoutVars>
          <dgm:bulletEnabled val="1"/>
        </dgm:presLayoutVars>
      </dgm:prSet>
      <dgm:spPr/>
    </dgm:pt>
    <dgm:pt modelId="{03C7BDE8-4CE1-49C3-BA31-E678F23FA90C}" type="pres">
      <dgm:prSet presAssocID="{9ADE1AF1-0E7E-4C70-A21D-D5A335052C93}" presName="spaceBetweenRectangles" presStyleCnt="0"/>
      <dgm:spPr/>
    </dgm:pt>
    <dgm:pt modelId="{C15AAA16-9B33-4BFF-9332-2BEAF962DD5E}" type="pres">
      <dgm:prSet presAssocID="{7D21D553-2B22-4DA6-AC63-E92E5123524E}" presName="parentLin" presStyleCnt="0"/>
      <dgm:spPr/>
    </dgm:pt>
    <dgm:pt modelId="{9E302186-DA82-4CFC-8458-A1E6494058DF}" type="pres">
      <dgm:prSet presAssocID="{7D21D553-2B22-4DA6-AC63-E92E5123524E}" presName="parentLeftMargin" presStyleLbl="node1" presStyleIdx="0" presStyleCnt="4"/>
      <dgm:spPr/>
    </dgm:pt>
    <dgm:pt modelId="{E6E412A1-64EC-4051-B427-32A79EE0F26C}" type="pres">
      <dgm:prSet presAssocID="{7D21D553-2B22-4DA6-AC63-E92E512352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450733-BE7D-4CF9-B093-A045DB49D823}" type="pres">
      <dgm:prSet presAssocID="{7D21D553-2B22-4DA6-AC63-E92E5123524E}" presName="negativeSpace" presStyleCnt="0"/>
      <dgm:spPr/>
    </dgm:pt>
    <dgm:pt modelId="{DB3297E2-FBCF-488C-8AD1-9CFA977F4F3C}" type="pres">
      <dgm:prSet presAssocID="{7D21D553-2B22-4DA6-AC63-E92E5123524E}" presName="childText" presStyleLbl="conFgAcc1" presStyleIdx="1" presStyleCnt="4">
        <dgm:presLayoutVars>
          <dgm:bulletEnabled val="1"/>
        </dgm:presLayoutVars>
      </dgm:prSet>
      <dgm:spPr/>
    </dgm:pt>
    <dgm:pt modelId="{790AD849-A24B-4A4D-A8C1-5CEBC2549940}" type="pres">
      <dgm:prSet presAssocID="{A41DBC6A-B39C-46E9-927C-BBB33206CA79}" presName="spaceBetweenRectangles" presStyleCnt="0"/>
      <dgm:spPr/>
    </dgm:pt>
    <dgm:pt modelId="{9A271D6D-D535-460D-98F2-580361C9B80C}" type="pres">
      <dgm:prSet presAssocID="{9EDDEE35-B544-4632-9F5B-E75DAE0D413C}" presName="parentLin" presStyleCnt="0"/>
      <dgm:spPr/>
    </dgm:pt>
    <dgm:pt modelId="{C5E25B8A-9808-4110-BB7C-32E01F909D2C}" type="pres">
      <dgm:prSet presAssocID="{9EDDEE35-B544-4632-9F5B-E75DAE0D413C}" presName="parentLeftMargin" presStyleLbl="node1" presStyleIdx="1" presStyleCnt="4"/>
      <dgm:spPr/>
    </dgm:pt>
    <dgm:pt modelId="{75F63F6A-2373-4194-AA52-364D6ABA675F}" type="pres">
      <dgm:prSet presAssocID="{9EDDEE35-B544-4632-9F5B-E75DAE0D41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094C00-7BFE-4F12-9A17-62DE7FFCEBF6}" type="pres">
      <dgm:prSet presAssocID="{9EDDEE35-B544-4632-9F5B-E75DAE0D413C}" presName="negativeSpace" presStyleCnt="0"/>
      <dgm:spPr/>
    </dgm:pt>
    <dgm:pt modelId="{40C4658F-2EF1-42EC-9CEC-21F23136010D}" type="pres">
      <dgm:prSet presAssocID="{9EDDEE35-B544-4632-9F5B-E75DAE0D413C}" presName="childText" presStyleLbl="conFgAcc1" presStyleIdx="2" presStyleCnt="4">
        <dgm:presLayoutVars>
          <dgm:bulletEnabled val="1"/>
        </dgm:presLayoutVars>
      </dgm:prSet>
      <dgm:spPr/>
    </dgm:pt>
    <dgm:pt modelId="{7C0BD825-3A87-411D-81E9-57F7A0E80362}" type="pres">
      <dgm:prSet presAssocID="{65A5259C-1EF1-46B0-9113-1821731EBF5C}" presName="spaceBetweenRectangles" presStyleCnt="0"/>
      <dgm:spPr/>
    </dgm:pt>
    <dgm:pt modelId="{0C960C4B-A1B0-4100-B9DE-2E4505743CA7}" type="pres">
      <dgm:prSet presAssocID="{4A8D3DF9-F48E-4475-90BA-688113F199A2}" presName="parentLin" presStyleCnt="0"/>
      <dgm:spPr/>
    </dgm:pt>
    <dgm:pt modelId="{6159E7C4-45EC-4084-8690-599CA42F4155}" type="pres">
      <dgm:prSet presAssocID="{4A8D3DF9-F48E-4475-90BA-688113F199A2}" presName="parentLeftMargin" presStyleLbl="node1" presStyleIdx="2" presStyleCnt="4"/>
      <dgm:spPr/>
    </dgm:pt>
    <dgm:pt modelId="{6A42A19B-1AC8-4600-93F5-E8EA2C57503A}" type="pres">
      <dgm:prSet presAssocID="{4A8D3DF9-F48E-4475-90BA-688113F199A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667734-D46B-4996-B65D-D69C71F87FB9}" type="pres">
      <dgm:prSet presAssocID="{4A8D3DF9-F48E-4475-90BA-688113F199A2}" presName="negativeSpace" presStyleCnt="0"/>
      <dgm:spPr/>
    </dgm:pt>
    <dgm:pt modelId="{22F2A6B7-FF95-40CD-8025-4392AAF641B5}" type="pres">
      <dgm:prSet presAssocID="{4A8D3DF9-F48E-4475-90BA-688113F199A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A372F03-0654-4F0D-B0B6-3F40DFFE881E}" srcId="{4A8D3DF9-F48E-4475-90BA-688113F199A2}" destId="{7561F9CC-341E-4029-940C-26F2A26F97E5}" srcOrd="0" destOrd="0" parTransId="{AFE4FA7B-9FBB-4B25-B9C1-5B973D0D511F}" sibTransId="{ECF432B8-EFDC-4260-B49F-BF66EBB0E770}"/>
    <dgm:cxn modelId="{E121C816-0EE4-4D0E-8AF3-5283C43F309D}" type="presOf" srcId="{287D1959-8AB7-40D1-A134-BF0B85B18C32}" destId="{DB3297E2-FBCF-488C-8AD1-9CFA977F4F3C}" srcOrd="0" destOrd="2" presId="urn:microsoft.com/office/officeart/2005/8/layout/list1"/>
    <dgm:cxn modelId="{3F970A3E-0B7B-42A8-8A21-F5AEB92CE940}" srcId="{DF3095B1-98A0-45EA-9D91-10E0769A6B08}" destId="{7CF15999-EE3E-4B0F-A54F-39D5625F50FA}" srcOrd="0" destOrd="0" parTransId="{93D0E28C-770C-42B4-A790-A8D2E6ECB424}" sibTransId="{4C703ED3-1279-4716-BE32-C51E84362940}"/>
    <dgm:cxn modelId="{A84AC15F-4233-4380-8BE3-B3D3D15514FC}" srcId="{92DF0BDE-B5F5-4BBA-AACF-8E9ACF9CF1B0}" destId="{7D21D553-2B22-4DA6-AC63-E92E5123524E}" srcOrd="1" destOrd="0" parTransId="{2753924E-71C4-4478-922E-371F577A9C20}" sibTransId="{A41DBC6A-B39C-46E9-927C-BBB33206CA79}"/>
    <dgm:cxn modelId="{C50B5251-ECF0-4064-BC8F-AD422DC6003F}" srcId="{92DF0BDE-B5F5-4BBA-AACF-8E9ACF9CF1B0}" destId="{DF3095B1-98A0-45EA-9D91-10E0769A6B08}" srcOrd="0" destOrd="0" parTransId="{2C5E8CFB-637D-4923-AAFE-E2C56C9D4BEC}" sibTransId="{9ADE1AF1-0E7E-4C70-A21D-D5A335052C93}"/>
    <dgm:cxn modelId="{2D656A7E-27F3-473D-84DA-5EFDA238E0E4}" type="presOf" srcId="{92DF0BDE-B5F5-4BBA-AACF-8E9ACF9CF1B0}" destId="{1497E2C8-6CED-4853-B6CC-768C641DA53F}" srcOrd="0" destOrd="0" presId="urn:microsoft.com/office/officeart/2005/8/layout/list1"/>
    <dgm:cxn modelId="{2922F580-E948-4AB3-BB77-7DE2106EDB26}" srcId="{7D21D553-2B22-4DA6-AC63-E92E5123524E}" destId="{D2B42353-6E68-485A-BA17-FA6F9929CBF0}" srcOrd="2" destOrd="0" parTransId="{A13D0923-D9F3-428B-9EB1-2C473C0E5E16}" sibTransId="{C7D2BF0C-51E2-4EFA-8B2D-B9EF677E7FE1}"/>
    <dgm:cxn modelId="{E355AD85-5586-4334-B4D1-AEFC2A45DF0F}" type="presOf" srcId="{4A8D3DF9-F48E-4475-90BA-688113F199A2}" destId="{6A42A19B-1AC8-4600-93F5-E8EA2C57503A}" srcOrd="1" destOrd="0" presId="urn:microsoft.com/office/officeart/2005/8/layout/list1"/>
    <dgm:cxn modelId="{A0D76A90-3341-4D44-A3F8-EC3D750610D4}" srcId="{9EDDEE35-B544-4632-9F5B-E75DAE0D413C}" destId="{90803050-1AF8-4876-A792-887CA29DFFAC}" srcOrd="0" destOrd="0" parTransId="{5D99CC9D-FC90-4540-8C6F-D56AEC064948}" sibTransId="{CF59348A-75DC-4F86-9C38-CCE393136A96}"/>
    <dgm:cxn modelId="{444B1392-0C9C-4FC7-9427-70852933535A}" type="presOf" srcId="{7CF15999-EE3E-4B0F-A54F-39D5625F50FA}" destId="{C76E0192-F4FE-48BB-9BC7-1143D742C41C}" srcOrd="0" destOrd="0" presId="urn:microsoft.com/office/officeart/2005/8/layout/list1"/>
    <dgm:cxn modelId="{52B08098-C84B-4C41-960B-E185D779D736}" type="presOf" srcId="{3B5C9F54-B869-45C4-B997-A3577865105E}" destId="{C76E0192-F4FE-48BB-9BC7-1143D742C41C}" srcOrd="0" destOrd="1" presId="urn:microsoft.com/office/officeart/2005/8/layout/list1"/>
    <dgm:cxn modelId="{C7B809A0-F8ED-4C2D-9339-4BE18CC1A2C0}" srcId="{C7D578DD-1BAF-4221-9853-F5D1E6719833}" destId="{139832FD-944F-439C-9CA6-2A4D9838F39C}" srcOrd="0" destOrd="0" parTransId="{44AA4701-24BD-4B61-9665-B0CCDA97F327}" sibTransId="{51148080-0C60-4121-B046-85BB6463660B}"/>
    <dgm:cxn modelId="{767E71A3-F39E-4B10-8F90-D3A0ACF0D3F1}" type="presOf" srcId="{D2B42353-6E68-485A-BA17-FA6F9929CBF0}" destId="{DB3297E2-FBCF-488C-8AD1-9CFA977F4F3C}" srcOrd="0" destOrd="3" presId="urn:microsoft.com/office/officeart/2005/8/layout/list1"/>
    <dgm:cxn modelId="{BB9DCEA9-5EA6-4C82-BB84-6C5659D9774E}" type="presOf" srcId="{7561F9CC-341E-4029-940C-26F2A26F97E5}" destId="{22F2A6B7-FF95-40CD-8025-4392AAF641B5}" srcOrd="0" destOrd="0" presId="urn:microsoft.com/office/officeart/2005/8/layout/list1"/>
    <dgm:cxn modelId="{2FCC5BAE-FA94-4419-B431-BCB66069632F}" type="presOf" srcId="{C7D578DD-1BAF-4221-9853-F5D1E6719833}" destId="{DB3297E2-FBCF-488C-8AD1-9CFA977F4F3C}" srcOrd="0" destOrd="0" presId="urn:microsoft.com/office/officeart/2005/8/layout/list1"/>
    <dgm:cxn modelId="{520041B1-3EDA-4B74-98CC-CCAC6A4B22BB}" srcId="{92DF0BDE-B5F5-4BBA-AACF-8E9ACF9CF1B0}" destId="{9EDDEE35-B544-4632-9F5B-E75DAE0D413C}" srcOrd="2" destOrd="0" parTransId="{EF0BF583-B439-4F52-948C-D244F8A154FC}" sibTransId="{65A5259C-1EF1-46B0-9113-1821731EBF5C}"/>
    <dgm:cxn modelId="{2DF0D0B3-E558-426C-9D32-F5A61A7B5346}" srcId="{90803050-1AF8-4876-A792-887CA29DFFAC}" destId="{0D6A1616-FACC-45F1-ACAC-EE62D397321E}" srcOrd="0" destOrd="0" parTransId="{996F3E9F-9AAA-4496-BB5C-B0E173B8880B}" sibTransId="{4104AB53-5BF1-4E28-8C4C-438F97255B34}"/>
    <dgm:cxn modelId="{BEAF61B4-4981-48E4-A63B-D62CD10539A9}" type="presOf" srcId="{0D6A1616-FACC-45F1-ACAC-EE62D397321E}" destId="{40C4658F-2EF1-42EC-9CEC-21F23136010D}" srcOrd="0" destOrd="1" presId="urn:microsoft.com/office/officeart/2005/8/layout/list1"/>
    <dgm:cxn modelId="{26DD61B8-14CD-4957-B51B-372D068DF9AE}" srcId="{7D21D553-2B22-4DA6-AC63-E92E5123524E}" destId="{287D1959-8AB7-40D1-A134-BF0B85B18C32}" srcOrd="1" destOrd="0" parTransId="{52E28951-2645-41CC-9F21-9EC63F3F0F31}" sibTransId="{C47C90FE-479D-4B94-84F2-636BB4FADBD0}"/>
    <dgm:cxn modelId="{F52E52B8-6590-4491-985B-DF0D4FE67C45}" type="presOf" srcId="{139832FD-944F-439C-9CA6-2A4D9838F39C}" destId="{DB3297E2-FBCF-488C-8AD1-9CFA977F4F3C}" srcOrd="0" destOrd="1" presId="urn:microsoft.com/office/officeart/2005/8/layout/list1"/>
    <dgm:cxn modelId="{BB434DBA-DCB3-4C8D-B73F-E2B94E64D4B8}" type="presOf" srcId="{9EDDEE35-B544-4632-9F5B-E75DAE0D413C}" destId="{C5E25B8A-9808-4110-BB7C-32E01F909D2C}" srcOrd="0" destOrd="0" presId="urn:microsoft.com/office/officeart/2005/8/layout/list1"/>
    <dgm:cxn modelId="{B371A6BD-1F29-4EF4-8254-10F3087D39CA}" srcId="{92DF0BDE-B5F5-4BBA-AACF-8E9ACF9CF1B0}" destId="{4A8D3DF9-F48E-4475-90BA-688113F199A2}" srcOrd="3" destOrd="0" parTransId="{B03C7B63-8E97-443D-BCA4-FC4D7888A229}" sibTransId="{F51E3F81-514B-4C0A-A7E6-528815772C7D}"/>
    <dgm:cxn modelId="{B95804BF-783F-43DE-9079-B265418517F7}" type="presOf" srcId="{7D21D553-2B22-4DA6-AC63-E92E5123524E}" destId="{9E302186-DA82-4CFC-8458-A1E6494058DF}" srcOrd="0" destOrd="0" presId="urn:microsoft.com/office/officeart/2005/8/layout/list1"/>
    <dgm:cxn modelId="{597C4DC4-7BEA-4415-847F-3CA8FEEF401A}" type="presOf" srcId="{DF3095B1-98A0-45EA-9D91-10E0769A6B08}" destId="{86C2F5EE-73E2-49E0-A4F6-4DF9DC3B893D}" srcOrd="0" destOrd="0" presId="urn:microsoft.com/office/officeart/2005/8/layout/list1"/>
    <dgm:cxn modelId="{B7018DCD-984D-4720-9512-13F68A672301}" type="presOf" srcId="{90803050-1AF8-4876-A792-887CA29DFFAC}" destId="{40C4658F-2EF1-42EC-9CEC-21F23136010D}" srcOrd="0" destOrd="0" presId="urn:microsoft.com/office/officeart/2005/8/layout/list1"/>
    <dgm:cxn modelId="{7031B6D0-BA80-4F1D-A321-A351DFC87D86}" type="presOf" srcId="{4A8D3DF9-F48E-4475-90BA-688113F199A2}" destId="{6159E7C4-45EC-4084-8690-599CA42F4155}" srcOrd="0" destOrd="0" presId="urn:microsoft.com/office/officeart/2005/8/layout/list1"/>
    <dgm:cxn modelId="{B54942D4-A46A-4AC3-ABD7-D4CE7717E677}" type="presOf" srcId="{9EDDEE35-B544-4632-9F5B-E75DAE0D413C}" destId="{75F63F6A-2373-4194-AA52-364D6ABA675F}" srcOrd="1" destOrd="0" presId="urn:microsoft.com/office/officeart/2005/8/layout/list1"/>
    <dgm:cxn modelId="{5A9E04E3-5CEF-452E-8446-10A2A03CE471}" srcId="{DF3095B1-98A0-45EA-9D91-10E0769A6B08}" destId="{3B5C9F54-B869-45C4-B997-A3577865105E}" srcOrd="1" destOrd="0" parTransId="{30477D25-FF5F-40C7-8C37-427EFAB569F6}" sibTransId="{7D51B1E1-1468-45B4-B41C-DFC6ECF4F135}"/>
    <dgm:cxn modelId="{6437E8F7-D420-449E-BA78-D11D0CF51E4D}" type="presOf" srcId="{DF3095B1-98A0-45EA-9D91-10E0769A6B08}" destId="{8FB419BB-FABF-4767-8F75-0BC9FB10CEDA}" srcOrd="1" destOrd="0" presId="urn:microsoft.com/office/officeart/2005/8/layout/list1"/>
    <dgm:cxn modelId="{ECA25DFB-7D1F-407D-96B8-DA13F2F90E75}" srcId="{7D21D553-2B22-4DA6-AC63-E92E5123524E}" destId="{C7D578DD-1BAF-4221-9853-F5D1E6719833}" srcOrd="0" destOrd="0" parTransId="{1AE78CAA-E606-4183-96C1-F775A7A972E6}" sibTransId="{54C03DC2-C03A-4C1C-9530-E2B92187BBBF}"/>
    <dgm:cxn modelId="{2182AFFD-F2C8-46AA-AAC4-77EADCEBD8E4}" type="presOf" srcId="{7D21D553-2B22-4DA6-AC63-E92E5123524E}" destId="{E6E412A1-64EC-4051-B427-32A79EE0F26C}" srcOrd="1" destOrd="0" presId="urn:microsoft.com/office/officeart/2005/8/layout/list1"/>
    <dgm:cxn modelId="{7C1CF86C-A658-45DA-843A-5635893C7A07}" type="presParOf" srcId="{1497E2C8-6CED-4853-B6CC-768C641DA53F}" destId="{2E8D2216-9649-4549-ACE0-BF36E96FC5D8}" srcOrd="0" destOrd="0" presId="urn:microsoft.com/office/officeart/2005/8/layout/list1"/>
    <dgm:cxn modelId="{35BD1ACB-4C0F-4E28-B364-505D1F9AD05A}" type="presParOf" srcId="{2E8D2216-9649-4549-ACE0-BF36E96FC5D8}" destId="{86C2F5EE-73E2-49E0-A4F6-4DF9DC3B893D}" srcOrd="0" destOrd="0" presId="urn:microsoft.com/office/officeart/2005/8/layout/list1"/>
    <dgm:cxn modelId="{5B25B8F9-3E10-4459-AFD3-B341C8B462B4}" type="presParOf" srcId="{2E8D2216-9649-4549-ACE0-BF36E96FC5D8}" destId="{8FB419BB-FABF-4767-8F75-0BC9FB10CEDA}" srcOrd="1" destOrd="0" presId="urn:microsoft.com/office/officeart/2005/8/layout/list1"/>
    <dgm:cxn modelId="{A0F5888C-FF89-4FE0-AFD3-D55DCAD64593}" type="presParOf" srcId="{1497E2C8-6CED-4853-B6CC-768C641DA53F}" destId="{7F55AEA7-04F0-43FA-AB12-F21F1EE59574}" srcOrd="1" destOrd="0" presId="urn:microsoft.com/office/officeart/2005/8/layout/list1"/>
    <dgm:cxn modelId="{DA332FED-9488-4981-8590-0212F48DEB85}" type="presParOf" srcId="{1497E2C8-6CED-4853-B6CC-768C641DA53F}" destId="{C76E0192-F4FE-48BB-9BC7-1143D742C41C}" srcOrd="2" destOrd="0" presId="urn:microsoft.com/office/officeart/2005/8/layout/list1"/>
    <dgm:cxn modelId="{166AFAE3-0A9F-4ED3-AA35-606C3BD44789}" type="presParOf" srcId="{1497E2C8-6CED-4853-B6CC-768C641DA53F}" destId="{03C7BDE8-4CE1-49C3-BA31-E678F23FA90C}" srcOrd="3" destOrd="0" presId="urn:microsoft.com/office/officeart/2005/8/layout/list1"/>
    <dgm:cxn modelId="{08AC2461-2A5C-41E2-90BD-0A38F93120F5}" type="presParOf" srcId="{1497E2C8-6CED-4853-B6CC-768C641DA53F}" destId="{C15AAA16-9B33-4BFF-9332-2BEAF962DD5E}" srcOrd="4" destOrd="0" presId="urn:microsoft.com/office/officeart/2005/8/layout/list1"/>
    <dgm:cxn modelId="{BA00D7BC-6680-45F6-9CD6-6BC4B25ACB74}" type="presParOf" srcId="{C15AAA16-9B33-4BFF-9332-2BEAF962DD5E}" destId="{9E302186-DA82-4CFC-8458-A1E6494058DF}" srcOrd="0" destOrd="0" presId="urn:microsoft.com/office/officeart/2005/8/layout/list1"/>
    <dgm:cxn modelId="{716E625E-26B0-46BF-A66D-DA6933D89DAB}" type="presParOf" srcId="{C15AAA16-9B33-4BFF-9332-2BEAF962DD5E}" destId="{E6E412A1-64EC-4051-B427-32A79EE0F26C}" srcOrd="1" destOrd="0" presId="urn:microsoft.com/office/officeart/2005/8/layout/list1"/>
    <dgm:cxn modelId="{E244DC3C-AD74-4F1C-A9F7-FF5EF49F78D5}" type="presParOf" srcId="{1497E2C8-6CED-4853-B6CC-768C641DA53F}" destId="{72450733-BE7D-4CF9-B093-A045DB49D823}" srcOrd="5" destOrd="0" presId="urn:microsoft.com/office/officeart/2005/8/layout/list1"/>
    <dgm:cxn modelId="{4D75F875-7433-48B1-B877-E974B87CE03F}" type="presParOf" srcId="{1497E2C8-6CED-4853-B6CC-768C641DA53F}" destId="{DB3297E2-FBCF-488C-8AD1-9CFA977F4F3C}" srcOrd="6" destOrd="0" presId="urn:microsoft.com/office/officeart/2005/8/layout/list1"/>
    <dgm:cxn modelId="{9D962B68-E015-4784-B49A-F71F80928818}" type="presParOf" srcId="{1497E2C8-6CED-4853-B6CC-768C641DA53F}" destId="{790AD849-A24B-4A4D-A8C1-5CEBC2549940}" srcOrd="7" destOrd="0" presId="urn:microsoft.com/office/officeart/2005/8/layout/list1"/>
    <dgm:cxn modelId="{19B1A52E-4CB4-4832-B5D1-2CB85BEEE7D0}" type="presParOf" srcId="{1497E2C8-6CED-4853-B6CC-768C641DA53F}" destId="{9A271D6D-D535-460D-98F2-580361C9B80C}" srcOrd="8" destOrd="0" presId="urn:microsoft.com/office/officeart/2005/8/layout/list1"/>
    <dgm:cxn modelId="{390DE28D-C10D-4386-BAA8-5C2907C37117}" type="presParOf" srcId="{9A271D6D-D535-460D-98F2-580361C9B80C}" destId="{C5E25B8A-9808-4110-BB7C-32E01F909D2C}" srcOrd="0" destOrd="0" presId="urn:microsoft.com/office/officeart/2005/8/layout/list1"/>
    <dgm:cxn modelId="{7AF62C3C-0E43-4839-AB95-9A2202F73C99}" type="presParOf" srcId="{9A271D6D-D535-460D-98F2-580361C9B80C}" destId="{75F63F6A-2373-4194-AA52-364D6ABA675F}" srcOrd="1" destOrd="0" presId="urn:microsoft.com/office/officeart/2005/8/layout/list1"/>
    <dgm:cxn modelId="{BD2270F0-4165-4EE7-B38C-CFED77909A0F}" type="presParOf" srcId="{1497E2C8-6CED-4853-B6CC-768C641DA53F}" destId="{44094C00-7BFE-4F12-9A17-62DE7FFCEBF6}" srcOrd="9" destOrd="0" presId="urn:microsoft.com/office/officeart/2005/8/layout/list1"/>
    <dgm:cxn modelId="{7663A11B-1D67-430E-A23B-ACDA55E998F2}" type="presParOf" srcId="{1497E2C8-6CED-4853-B6CC-768C641DA53F}" destId="{40C4658F-2EF1-42EC-9CEC-21F23136010D}" srcOrd="10" destOrd="0" presId="urn:microsoft.com/office/officeart/2005/8/layout/list1"/>
    <dgm:cxn modelId="{5628AFAE-E87A-45C4-8764-C68272363059}" type="presParOf" srcId="{1497E2C8-6CED-4853-B6CC-768C641DA53F}" destId="{7C0BD825-3A87-411D-81E9-57F7A0E80362}" srcOrd="11" destOrd="0" presId="urn:microsoft.com/office/officeart/2005/8/layout/list1"/>
    <dgm:cxn modelId="{C929898C-F45E-4FBD-9336-A98FE024083B}" type="presParOf" srcId="{1497E2C8-6CED-4853-B6CC-768C641DA53F}" destId="{0C960C4B-A1B0-4100-B9DE-2E4505743CA7}" srcOrd="12" destOrd="0" presId="urn:microsoft.com/office/officeart/2005/8/layout/list1"/>
    <dgm:cxn modelId="{CF823662-01B5-45D0-99AE-67CF3B8F5889}" type="presParOf" srcId="{0C960C4B-A1B0-4100-B9DE-2E4505743CA7}" destId="{6159E7C4-45EC-4084-8690-599CA42F4155}" srcOrd="0" destOrd="0" presId="urn:microsoft.com/office/officeart/2005/8/layout/list1"/>
    <dgm:cxn modelId="{782C39E0-45E8-4F02-ACAF-B29EDDB78CFF}" type="presParOf" srcId="{0C960C4B-A1B0-4100-B9DE-2E4505743CA7}" destId="{6A42A19B-1AC8-4600-93F5-E8EA2C57503A}" srcOrd="1" destOrd="0" presId="urn:microsoft.com/office/officeart/2005/8/layout/list1"/>
    <dgm:cxn modelId="{CE00971F-CE1D-40A8-B014-5C4E569F8ED0}" type="presParOf" srcId="{1497E2C8-6CED-4853-B6CC-768C641DA53F}" destId="{2D667734-D46B-4996-B65D-D69C71F87FB9}" srcOrd="13" destOrd="0" presId="urn:microsoft.com/office/officeart/2005/8/layout/list1"/>
    <dgm:cxn modelId="{D8359B8C-6F03-49D0-B0F1-C3AD0B86BF6E}" type="presParOf" srcId="{1497E2C8-6CED-4853-B6CC-768C641DA53F}" destId="{22F2A6B7-FF95-40CD-8025-4392AAF641B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D78F5-E11D-486D-A872-623D604BF792}">
      <dsp:nvSpPr>
        <dsp:cNvPr id="0" name=""/>
        <dsp:cNvSpPr/>
      </dsp:nvSpPr>
      <dsp:spPr>
        <a:xfrm>
          <a:off x="0" y="688096"/>
          <a:ext cx="10515600" cy="1307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CC336-FDF3-4179-B375-5DF079C7D451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2F6B6-FE01-4D51-8CAD-4FC78190FAB0}">
      <dsp:nvSpPr>
        <dsp:cNvPr id="0" name=""/>
        <dsp:cNvSpPr/>
      </dsp:nvSpPr>
      <dsp:spPr>
        <a:xfrm>
          <a:off x="1509882" y="708097"/>
          <a:ext cx="4732020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Metabolomics / Proteomics: Mass Spectrometry Plate Randomization</a:t>
          </a:r>
        </a:p>
      </dsp:txBody>
      <dsp:txXfrm>
        <a:off x="1509882" y="708097"/>
        <a:ext cx="4732020" cy="1307257"/>
      </dsp:txXfrm>
    </dsp:sp>
    <dsp:sp modelId="{E5FA892A-9A7C-4BAD-9FE5-1122B4858D08}">
      <dsp:nvSpPr>
        <dsp:cNvPr id="0" name=""/>
        <dsp:cNvSpPr/>
      </dsp:nvSpPr>
      <dsp:spPr>
        <a:xfrm>
          <a:off x="6241902" y="708097"/>
          <a:ext cx="427369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Converts biological samples into digital / data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Pre-Clinical studies (animal models) for identification of target protein/gene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Randomization reduces machine drift &amp; batch effects</a:t>
          </a:r>
          <a:endParaRPr lang="en-US" sz="1300" kern="1200" dirty="0"/>
        </a:p>
      </dsp:txBody>
      <dsp:txXfrm>
        <a:off x="6241902" y="708097"/>
        <a:ext cx="4273697" cy="1307257"/>
      </dsp:txXfrm>
    </dsp:sp>
    <dsp:sp modelId="{41D44081-73A4-47D2-9F57-E6FAEEACCE47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41ABC-08B5-42F7-9F93-01C19FE89470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8F855-0319-4C13-B51B-9BAA45FA840F}">
      <dsp:nvSpPr>
        <dsp:cNvPr id="0" name=""/>
        <dsp:cNvSpPr/>
      </dsp:nvSpPr>
      <dsp:spPr>
        <a:xfrm>
          <a:off x="1509882" y="2342169"/>
          <a:ext cx="4732020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Double Blind Clinical Trials: Interactive Web Randomization Service (IWRS)</a:t>
          </a:r>
        </a:p>
      </dsp:txBody>
      <dsp:txXfrm>
        <a:off x="1509882" y="2342169"/>
        <a:ext cx="4732020" cy="1307257"/>
      </dsp:txXfrm>
    </dsp:sp>
    <dsp:sp modelId="{C08F358D-6267-4F71-97AF-E1A6D0F4224A}">
      <dsp:nvSpPr>
        <dsp:cNvPr id="0" name=""/>
        <dsp:cNvSpPr/>
      </dsp:nvSpPr>
      <dsp:spPr>
        <a:xfrm>
          <a:off x="6241902" y="2342169"/>
          <a:ext cx="427369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Randomizes patients into treatment / placebo group(s)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Uses stratification as pseudo matching between experimental groups (age, gender, diabetes, etc.)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Customizable to trial specifics</a:t>
          </a:r>
        </a:p>
      </dsp:txBody>
      <dsp:txXfrm>
        <a:off x="6241902" y="2342169"/>
        <a:ext cx="427369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E0192-F4FE-48BB-9BC7-1143D742C41C}">
      <dsp:nvSpPr>
        <dsp:cNvPr id="0" name=""/>
        <dsp:cNvSpPr/>
      </dsp:nvSpPr>
      <dsp:spPr>
        <a:xfrm>
          <a:off x="0" y="221497"/>
          <a:ext cx="1156335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17608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444" tIns="229108" rIns="8974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Identifies possible genetic variants for gene of interest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Essentially measuring population variance in gene sequence</a:t>
          </a:r>
        </a:p>
      </dsp:txBody>
      <dsp:txXfrm>
        <a:off x="0" y="221497"/>
        <a:ext cx="11563350" cy="918225"/>
      </dsp:txXfrm>
    </dsp:sp>
    <dsp:sp modelId="{8FB419BB-FABF-4767-8F75-0BC9FB10CEDA}">
      <dsp:nvSpPr>
        <dsp:cNvPr id="0" name=""/>
        <dsp:cNvSpPr/>
      </dsp:nvSpPr>
      <dsp:spPr>
        <a:xfrm>
          <a:off x="578167" y="59137"/>
          <a:ext cx="8094345" cy="324720"/>
        </a:xfrm>
        <a:prstGeom prst="roundRect">
          <a:avLst/>
        </a:prstGeom>
        <a:solidFill>
          <a:srgbClr val="17608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947" tIns="0" rIns="3059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Preliminary genome sequencing</a:t>
          </a:r>
        </a:p>
      </dsp:txBody>
      <dsp:txXfrm>
        <a:off x="594019" y="74989"/>
        <a:ext cx="8062641" cy="293016"/>
      </dsp:txXfrm>
    </dsp:sp>
    <dsp:sp modelId="{DB3297E2-FBCF-488C-8AD1-9CFA977F4F3C}">
      <dsp:nvSpPr>
        <dsp:cNvPr id="0" name=""/>
        <dsp:cNvSpPr/>
      </dsp:nvSpPr>
      <dsp:spPr>
        <a:xfrm>
          <a:off x="0" y="1361482"/>
          <a:ext cx="11563350" cy="148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48648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444" tIns="229108" rIns="8974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Gene expression or protein expression levels in target tissue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protein quantitative trait loci (</a:t>
          </a:r>
          <a:r>
            <a:rPr lang="en-US" sz="1800" kern="1200" dirty="0" err="1"/>
            <a:t>pQTLs</a:t>
          </a:r>
          <a:r>
            <a:rPr lang="en-US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Molecular phenotypes / blood biomarkers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Disease risk factors or Disease outcomes</a:t>
          </a:r>
        </a:p>
      </dsp:txBody>
      <dsp:txXfrm>
        <a:off x="0" y="1361482"/>
        <a:ext cx="11563350" cy="1489950"/>
      </dsp:txXfrm>
    </dsp:sp>
    <dsp:sp modelId="{E6E412A1-64EC-4051-B427-32A79EE0F26C}">
      <dsp:nvSpPr>
        <dsp:cNvPr id="0" name=""/>
        <dsp:cNvSpPr/>
      </dsp:nvSpPr>
      <dsp:spPr>
        <a:xfrm>
          <a:off x="578167" y="1199122"/>
          <a:ext cx="8094345" cy="324720"/>
        </a:xfrm>
        <a:prstGeom prst="roundRect">
          <a:avLst/>
        </a:prstGeom>
        <a:solidFill>
          <a:srgbClr val="48648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947" tIns="0" rIns="3059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Identification and sampling of clinical phenotypes</a:t>
          </a:r>
        </a:p>
      </dsp:txBody>
      <dsp:txXfrm>
        <a:off x="594019" y="1214974"/>
        <a:ext cx="8062641" cy="293016"/>
      </dsp:txXfrm>
    </dsp:sp>
    <dsp:sp modelId="{40C4658F-2EF1-42EC-9CEC-21F23136010D}">
      <dsp:nvSpPr>
        <dsp:cNvPr id="0" name=""/>
        <dsp:cNvSpPr/>
      </dsp:nvSpPr>
      <dsp:spPr>
        <a:xfrm>
          <a:off x="0" y="3073192"/>
          <a:ext cx="1156335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75687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444" tIns="229108" rIns="8974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Determine if different genotypes are producing significantly different outcomes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Commonly measured with F test</a:t>
          </a:r>
        </a:p>
      </dsp:txBody>
      <dsp:txXfrm>
        <a:off x="0" y="3073192"/>
        <a:ext cx="11563350" cy="918225"/>
      </dsp:txXfrm>
    </dsp:sp>
    <dsp:sp modelId="{75F63F6A-2373-4194-AA52-364D6ABA675F}">
      <dsp:nvSpPr>
        <dsp:cNvPr id="0" name=""/>
        <dsp:cNvSpPr/>
      </dsp:nvSpPr>
      <dsp:spPr>
        <a:xfrm>
          <a:off x="578167" y="2910832"/>
          <a:ext cx="8094345" cy="324720"/>
        </a:xfrm>
        <a:prstGeom prst="roundRect">
          <a:avLst/>
        </a:prstGeom>
        <a:solidFill>
          <a:srgbClr val="75687B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947" tIns="0" rIns="3059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Analysis of clinical phenotype by genetic variant</a:t>
          </a:r>
        </a:p>
      </dsp:txBody>
      <dsp:txXfrm>
        <a:off x="594019" y="2926684"/>
        <a:ext cx="8062641" cy="293016"/>
      </dsp:txXfrm>
    </dsp:sp>
    <dsp:sp modelId="{22F2A6B7-FF95-40CD-8025-4392AAF641B5}">
      <dsp:nvSpPr>
        <dsp:cNvPr id="0" name=""/>
        <dsp:cNvSpPr/>
      </dsp:nvSpPr>
      <dsp:spPr>
        <a:xfrm>
          <a:off x="0" y="4213177"/>
          <a:ext cx="11563350" cy="62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A86C6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444" tIns="229108" rIns="8974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Clinical trials are conducted to verify the findings</a:t>
          </a:r>
        </a:p>
      </dsp:txBody>
      <dsp:txXfrm>
        <a:off x="0" y="4213177"/>
        <a:ext cx="11563350" cy="623700"/>
      </dsp:txXfrm>
    </dsp:sp>
    <dsp:sp modelId="{6A42A19B-1AC8-4600-93F5-E8EA2C57503A}">
      <dsp:nvSpPr>
        <dsp:cNvPr id="0" name=""/>
        <dsp:cNvSpPr/>
      </dsp:nvSpPr>
      <dsp:spPr>
        <a:xfrm>
          <a:off x="578167" y="4050817"/>
          <a:ext cx="8094345" cy="324720"/>
        </a:xfrm>
        <a:prstGeom prst="roundRect">
          <a:avLst/>
        </a:prstGeom>
        <a:solidFill>
          <a:srgbClr val="A86C6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947" tIns="0" rIns="3059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Validation of genetic proxy for use</a:t>
          </a:r>
        </a:p>
      </dsp:txBody>
      <dsp:txXfrm>
        <a:off x="594019" y="4066669"/>
        <a:ext cx="8062641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0B8C1-49B6-4C9E-9A1B-D90652591400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69D78-07B3-4C02-8520-7EAB6C576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8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GWAS = genome wide association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69D78-07B3-4C02-8520-7EAB6C5768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5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Smaller blocks are better</a:t>
            </a:r>
          </a:p>
          <a:p>
            <a:r>
              <a:rPr lang="en-US" dirty="0"/>
              <a:t>Blocks are used as randomization units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69D78-07B3-4C02-8520-7EAB6C5768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95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69D78-07B3-4C02-8520-7EAB6C5768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9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Kullback</a:t>
            </a:r>
            <a:r>
              <a:rPr lang="en-US" b="1" dirty="0"/>
              <a:t>-Leibler Divergence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69D78-07B3-4C02-8520-7EAB6C5768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62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A173-E729-CBC1-9FB6-53F77CE8B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1752F-7944-2CBB-E6A1-19A58D905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11194-3229-97EE-3422-E34F1943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40CD-02C7-7C53-F851-04019055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4FA0D-E3AA-229B-B537-70B53AC2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1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A192-B10D-DFA4-7E12-2DB7509B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B9F17-EAC9-FC11-863F-C89FD421F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3FBA6-BD10-289F-1BAF-123AF49D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F0B9-079D-2299-E167-EAA0B73B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640D-459C-8F17-4CFC-BB9935F2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91D8-42AD-2108-B53A-204F0D67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0E13B-1962-D484-9A19-FEC586DA7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08B82-3EEE-64D7-567A-E273209F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6C38-AF05-F9BC-AFFA-78FAC68C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376AA-B153-20F0-C241-C2373E27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5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1006-CCA4-2541-5F47-E93D0497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32EF-5ABF-4AB2-5763-AB98C753B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34449-A29E-5E37-0239-272A0FECE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5F841-E5B6-03AA-7B43-C142718B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406B6-7802-E08A-5CE3-446B5A21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D69E4-4B7B-674D-B566-2C9B07A3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7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0C1E-889E-DAA4-4467-4B13784F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116B5-0595-C975-D8D3-B2A1FD5D4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E8BB4-6154-8A8F-3B0D-94F289B15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5E7EF-6D2F-0E1E-5F6E-CBAFAA0E9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1506D-32EA-E27E-9500-E0E2F0964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77C57-0C37-ED70-96CD-F071EAB6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83309-37AD-04BE-B0BA-32E737A0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98BA1-F2B7-DF61-6A60-4CD4CFAA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76BC-D177-E3DA-3E84-35C45859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74DE7-352D-2C02-F0E4-3C7443D2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66D88-C297-86F9-58BF-135575C6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0FF92-B076-E091-3AE5-6D2A7A4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8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EE9D6-0DC4-5B45-F50B-E90C5262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32507-4455-25AC-59C0-CCB4BF30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B50BF-6921-ED9A-D18E-CECD0947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4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068D-97D1-5116-1674-D3D600EC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D029-C703-EE7E-8C7F-FDBC3F384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4C941-7E65-D1C8-98A9-5FF4D7D88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18AF3-8FBD-8932-8D33-45D5487B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7388F-225B-D44A-171F-7B9B1F4A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37853-E128-8562-B088-6D4E9059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8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C533-EB30-7BB4-8F35-3DA8421A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B588A-529C-B077-E6C4-6AD35E09C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270BE-0B70-BB75-4EE8-593C993CC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1FC54-7941-BDA3-C504-92F935D7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B7F52-77C9-B591-086B-FA1A6C80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562D0-EE83-3F71-802A-69C037C0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6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C160-1115-4AB4-7194-FB53DA87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FC7D3-D003-4610-1E04-B23EF3335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E4FA-3462-575C-EC8E-4CEF8955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C839-03B3-E8CE-3D31-85B54C23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98B5-A751-7681-12C0-55FCF88E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5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DABBC-5D45-DF55-37DD-81D1F6021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17391-DB57-4737-45DC-A4F832B01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9425-A133-389B-35E6-EB686E62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30DAC-0716-D78A-6067-36D6FAFE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D682-909B-2C2E-636D-A09E283D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4DC27-6C9E-34BF-D455-495D2E3C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6E579-38AD-E522-0117-833F5A7BB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DBB7-6D14-100E-67B6-5D16D9E4C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D6911-C355-43BD-BBBA-54538ED1DB8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A60E-21E0-203B-A0DF-2A03E6B8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25B27-3493-D0E0-03A0-81231FDF2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821DE-FB69-4DEF-BCB3-867E4C04D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7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D6068-B13A-056C-A26F-DF6D79C84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7078" y="583345"/>
            <a:ext cx="7773710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Computer Randomization Algorithms: </a:t>
            </a:r>
            <a:br>
              <a:rPr lang="en-US" sz="8000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Drug Development Pipeline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0485-F1F7-2566-F1A6-4A6B063ED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Natalie LePera, STA514 – West Chester University</a:t>
            </a: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0D68E-1457-FDD6-CE97-F49310461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9193" y="6187300"/>
            <a:ext cx="1208130" cy="67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EBF0F-8EBC-DAD3-E079-B121D04D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Computerized Randomization in the Drug Development Pipeline</a:t>
            </a:r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1ABC566-32A7-A016-0F17-729545429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910073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39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91268-0040-3D38-8A38-AB6E3556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E6F33-2C0B-C162-C0BF-7E7981F9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13" y="519428"/>
            <a:ext cx="9356106" cy="1031817"/>
          </a:xfrm>
        </p:spPr>
        <p:txBody>
          <a:bodyPr anchor="t">
            <a:normAutofit/>
          </a:bodyPr>
          <a:lstStyle/>
          <a:p>
            <a:r>
              <a:rPr lang="en-US" sz="4800" dirty="0"/>
              <a:t>Mass Spectrometry (MS): Intro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E572BF2-F9ED-938F-C473-60334B8B3D05}"/>
              </a:ext>
            </a:extLst>
          </p:cNvPr>
          <p:cNvSpPr txBox="1">
            <a:spLocks/>
          </p:cNvSpPr>
          <p:nvPr/>
        </p:nvSpPr>
        <p:spPr>
          <a:xfrm>
            <a:off x="7724774" y="1708345"/>
            <a:ext cx="4275137" cy="44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Common Problems</a:t>
            </a:r>
          </a:p>
        </p:txBody>
      </p:sp>
      <p:sp>
        <p:nvSpPr>
          <p:cNvPr id="8" name="Content Placeholder 20">
            <a:extLst>
              <a:ext uri="{FF2B5EF4-FFF2-40B4-BE49-F238E27FC236}">
                <a16:creationId xmlns:a16="http://schemas.microsoft.com/office/drawing/2014/main" id="{9BF5C2F5-FD66-ADDF-9AB0-DB087DD18982}"/>
              </a:ext>
            </a:extLst>
          </p:cNvPr>
          <p:cNvSpPr txBox="1">
            <a:spLocks/>
          </p:cNvSpPr>
          <p:nvPr/>
        </p:nvSpPr>
        <p:spPr>
          <a:xfrm>
            <a:off x="7709977" y="2238599"/>
            <a:ext cx="4118484" cy="36845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Machine drift caused by contamination, temperature fluctuations, aging components, etc.</a:t>
            </a:r>
          </a:p>
          <a:p>
            <a:pPr lvl="1"/>
            <a:r>
              <a:rPr lang="en-US" sz="2000" dirty="0"/>
              <a:t>Signal can “drift” up to 25% in 12hrs</a:t>
            </a:r>
            <a:r>
              <a:rPr lang="en-US" sz="2000" baseline="30000" dirty="0"/>
              <a:t> 3</a:t>
            </a:r>
          </a:p>
          <a:p>
            <a:r>
              <a:rPr lang="en-US" sz="2400" dirty="0"/>
              <a:t>Samples often received by lab </a:t>
            </a:r>
            <a:r>
              <a:rPr lang="en-US" sz="2400" b="1" dirty="0"/>
              <a:t>not in</a:t>
            </a:r>
            <a:r>
              <a:rPr lang="en-US" sz="2400" dirty="0"/>
              <a:t> chronological order but collated</a:t>
            </a:r>
          </a:p>
          <a:p>
            <a:pPr lvl="1"/>
            <a:r>
              <a:rPr lang="en-US" sz="2000" dirty="0"/>
              <a:t>Requires documentation and traceability of all randomization </a:t>
            </a:r>
            <a:r>
              <a:rPr lang="en-US" sz="2000" baseline="30000" dirty="0"/>
              <a:t>4</a:t>
            </a:r>
            <a:endParaRPr lang="en-US" sz="2000" dirty="0"/>
          </a:p>
        </p:txBody>
      </p:sp>
      <p:sp>
        <p:nvSpPr>
          <p:cNvPr id="10" name="Content Placeholder 20">
            <a:extLst>
              <a:ext uri="{FF2B5EF4-FFF2-40B4-BE49-F238E27FC236}">
                <a16:creationId xmlns:a16="http://schemas.microsoft.com/office/drawing/2014/main" id="{7CBABAF8-00E6-3362-7E1F-4F184F27F1C1}"/>
              </a:ext>
            </a:extLst>
          </p:cNvPr>
          <p:cNvSpPr txBox="1">
            <a:spLocks/>
          </p:cNvSpPr>
          <p:nvPr/>
        </p:nvSpPr>
        <p:spPr>
          <a:xfrm>
            <a:off x="392113" y="1708344"/>
            <a:ext cx="6897176" cy="23725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Biological samples collected to assess proteins, metabolites, and/or nucleic acid content </a:t>
            </a:r>
            <a:r>
              <a:rPr lang="en-US" sz="2400" baseline="30000" dirty="0"/>
              <a:t>4</a:t>
            </a:r>
            <a:endParaRPr lang="en-US" sz="2400" dirty="0"/>
          </a:p>
          <a:p>
            <a:r>
              <a:rPr lang="en-US" sz="2400" dirty="0"/>
              <a:t>Samples loaded into wells on plates for bulk analysis</a:t>
            </a:r>
          </a:p>
          <a:p>
            <a:pPr lvl="1"/>
            <a:r>
              <a:rPr lang="en-US" sz="2000" dirty="0"/>
              <a:t>Automated injection processes programmed by block randomization software </a:t>
            </a:r>
            <a:r>
              <a:rPr lang="en-US" sz="2000" baseline="30000" dirty="0"/>
              <a:t>4</a:t>
            </a:r>
            <a:endParaRPr lang="en-US" sz="2000" dirty="0"/>
          </a:p>
          <a:p>
            <a:pPr lvl="1"/>
            <a:r>
              <a:rPr lang="en-US" sz="2000" dirty="0"/>
              <a:t>Commonly &gt;350 wells per plate </a:t>
            </a:r>
            <a:r>
              <a:rPr lang="en-US" sz="2000" baseline="30000" dirty="0"/>
              <a:t>3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5" name="Content Placeholder 22">
            <a:extLst>
              <a:ext uri="{FF2B5EF4-FFF2-40B4-BE49-F238E27FC236}">
                <a16:creationId xmlns:a16="http://schemas.microsoft.com/office/drawing/2014/main" id="{F436CE4F-9B28-4075-8D5A-D7E93D8B6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49" y="4024366"/>
            <a:ext cx="6757416" cy="2372549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3F440C-1B28-0A04-9913-AB3F4EC32633}"/>
              </a:ext>
            </a:extLst>
          </p:cNvPr>
          <p:cNvSpPr txBox="1">
            <a:spLocks/>
          </p:cNvSpPr>
          <p:nvPr/>
        </p:nvSpPr>
        <p:spPr>
          <a:xfrm>
            <a:off x="713299" y="6414572"/>
            <a:ext cx="6785610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1: </a:t>
            </a:r>
            <a:r>
              <a:rPr lang="en-US" sz="1400" dirty="0"/>
              <a:t>High throughput mass spectrometry process &amp; plates </a:t>
            </a:r>
            <a:r>
              <a:rPr lang="en-US" sz="1400" baseline="30000" dirty="0"/>
              <a:t>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1849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B58D-CE12-692A-BEA4-7D6C1E7B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D2F3-FB5C-E4D3-B870-CF706749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24" y="419271"/>
            <a:ext cx="10515600" cy="755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MS Randomization: Inter-Batch </a:t>
            </a:r>
            <a:r>
              <a:rPr lang="en-US" baseline="30000" dirty="0"/>
              <a:t>4</a:t>
            </a:r>
            <a:endParaRPr lang="en-US" sz="3500" baseline="700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4B2D2B3-22B1-515D-D365-2B255E9FC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52" y="1645719"/>
            <a:ext cx="5209287" cy="4540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Goal:</a:t>
            </a:r>
            <a:r>
              <a:rPr lang="en-US" sz="2000" dirty="0"/>
              <a:t> Randomizes injection order of samples into batches to reduce signal drift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Batches: </a:t>
            </a:r>
            <a:r>
              <a:rPr lang="en-US" sz="1800" dirty="0"/>
              <a:t>usually full plates but can be mini squares within the plate depending on lab process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Stratified randomization utilized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Independent of any study randomization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Strata pre-selected – commonly </a:t>
            </a:r>
            <a:r>
              <a:rPr lang="en-US" sz="1800" b="1" dirty="0"/>
              <a:t>potentially confounding variables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Reduces batch interference by splitting samples into batch ensuring even distribution of identified prognostic factors</a:t>
            </a:r>
            <a:endParaRPr lang="en-US" sz="20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Re-randomizes “leftover” tail samples that do not cleanly fit into a group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513556-736C-3662-E73A-FAF74945EB5B}"/>
              </a:ext>
            </a:extLst>
          </p:cNvPr>
          <p:cNvGrpSpPr/>
          <p:nvPr/>
        </p:nvGrpSpPr>
        <p:grpSpPr>
          <a:xfrm>
            <a:off x="5360542" y="2117704"/>
            <a:ext cx="6656833" cy="4141346"/>
            <a:chOff x="4914900" y="1250158"/>
            <a:chExt cx="7234232" cy="45005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EBC3EBD-D581-1F94-DA0E-FDC9B35C2AD5}"/>
                </a:ext>
              </a:extLst>
            </p:cNvPr>
            <p:cNvSpPr/>
            <p:nvPr/>
          </p:nvSpPr>
          <p:spPr>
            <a:xfrm>
              <a:off x="5443536" y="2898776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/>
              <a:r>
                <a:rPr lang="en-US" sz="1656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Batch 1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12 males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13 females</a:t>
              </a:r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1DA6E30-3095-8E7E-413F-BFED98C3A0AA}"/>
                </a:ext>
              </a:extLst>
            </p:cNvPr>
            <p:cNvSpPr/>
            <p:nvPr/>
          </p:nvSpPr>
          <p:spPr>
            <a:xfrm>
              <a:off x="7915272" y="1250158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>
                <a:spcAft>
                  <a:spcPts val="600"/>
                </a:spcAft>
              </a:pPr>
              <a:r>
                <a:rPr lang="en-US" sz="165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50 males</a:t>
              </a:r>
            </a:p>
            <a:p>
              <a:pPr algn="ctr" defTabSz="841248">
                <a:spcAft>
                  <a:spcPts val="600"/>
                </a:spcAft>
              </a:pPr>
              <a:r>
                <a:rPr lang="en-US" sz="165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55 females</a:t>
              </a:r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8C2020C-876B-267A-C441-FBD76C97A62C}"/>
                </a:ext>
              </a:extLst>
            </p:cNvPr>
            <p:cNvSpPr/>
            <p:nvPr/>
          </p:nvSpPr>
          <p:spPr>
            <a:xfrm>
              <a:off x="7154860" y="2898776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/>
              <a:r>
                <a:rPr lang="en-US" sz="1656" b="1" dirty="0"/>
                <a:t>Batch 2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12 males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13 females</a:t>
              </a:r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019A6CA-06DD-4299-2D41-41D0CBDCA6A5}"/>
                </a:ext>
              </a:extLst>
            </p:cNvPr>
            <p:cNvSpPr/>
            <p:nvPr/>
          </p:nvSpPr>
          <p:spPr>
            <a:xfrm>
              <a:off x="8866184" y="2898776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/>
              <a:r>
                <a:rPr lang="en-US" sz="1656" b="1" dirty="0"/>
                <a:t>Batch 3</a:t>
              </a:r>
            </a:p>
            <a:p>
              <a:pPr algn="ctr" defTabSz="841248"/>
              <a:r>
                <a:rPr lang="en-US" sz="1656" dirty="0"/>
                <a:t>12 males</a:t>
              </a:r>
            </a:p>
            <a:p>
              <a:pPr algn="ctr" defTabSz="841248"/>
              <a:r>
                <a:rPr lang="en-US" sz="1656" dirty="0"/>
                <a:t>13 females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F630C3C-3F41-71F6-98DC-B9266B853298}"/>
                </a:ext>
              </a:extLst>
            </p:cNvPr>
            <p:cNvSpPr/>
            <p:nvPr/>
          </p:nvSpPr>
          <p:spPr>
            <a:xfrm>
              <a:off x="10577507" y="2898776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/>
              <a:r>
                <a:rPr lang="en-US" sz="1656" b="1" dirty="0"/>
                <a:t>Batch 4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12 males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13 females</a:t>
              </a:r>
              <a:endParaRPr lang="en-US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3EE98EA-DC00-90FA-3AD6-679C6D5131F7}"/>
                </a:ext>
              </a:extLst>
            </p:cNvPr>
            <p:cNvCxnSpPr>
              <a:cxnSpLocks/>
              <a:stCxn id="9" idx="2"/>
              <a:endCxn id="8" idx="0"/>
            </p:cNvCxnSpPr>
            <p:nvPr/>
          </p:nvCxnSpPr>
          <p:spPr>
            <a:xfrm flipH="1">
              <a:off x="6229349" y="2074070"/>
              <a:ext cx="2471736" cy="8247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844DF1B-293D-F1F2-6D1A-5B29877F8E5F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7940673" y="2074070"/>
              <a:ext cx="760412" cy="8247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E52BCAD-0DE0-322E-81CA-235F2C8DBD43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8701085" y="2074070"/>
              <a:ext cx="950912" cy="8247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1F2E150-2B85-CA95-F832-370B2ADB8108}"/>
                </a:ext>
              </a:extLst>
            </p:cNvPr>
            <p:cNvCxnSpPr>
              <a:stCxn id="9" idx="2"/>
              <a:endCxn id="12" idx="0"/>
            </p:cNvCxnSpPr>
            <p:nvPr/>
          </p:nvCxnSpPr>
          <p:spPr>
            <a:xfrm>
              <a:off x="8701085" y="2074070"/>
              <a:ext cx="2662235" cy="82470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7C58D90-6DCD-1F6F-BDF5-C3DBC8DD906D}"/>
                </a:ext>
              </a:extLst>
            </p:cNvPr>
            <p:cNvSpPr/>
            <p:nvPr/>
          </p:nvSpPr>
          <p:spPr>
            <a:xfrm>
              <a:off x="7915271" y="4926806"/>
              <a:ext cx="1571625" cy="8239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/>
              <a:r>
                <a:rPr lang="en-US" sz="1656" b="1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LEFTOVER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2 males</a:t>
              </a:r>
            </a:p>
            <a:p>
              <a:pPr algn="ctr" defTabSz="841248"/>
              <a:r>
                <a:rPr lang="en-US" sz="1656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3 females</a:t>
              </a:r>
              <a:endParaRPr lang="en-US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821D5F6-7FB5-7711-F0DE-5D77F4CDB513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4914900" y="1662114"/>
              <a:ext cx="3000372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51003A-DB94-3C14-BBCF-D1B20FA54D61}"/>
                </a:ext>
              </a:extLst>
            </p:cNvPr>
            <p:cNvCxnSpPr>
              <a:cxnSpLocks/>
            </p:cNvCxnSpPr>
            <p:nvPr/>
          </p:nvCxnSpPr>
          <p:spPr>
            <a:xfrm>
              <a:off x="4914900" y="1662114"/>
              <a:ext cx="0" cy="367664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D5863AC-3C39-FE90-B9A9-B750AE9EBE52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4914900" y="5338762"/>
              <a:ext cx="3000371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EB35B2-D82F-78FE-DDAC-8C8EC083430A}"/>
                </a:ext>
              </a:extLst>
            </p:cNvPr>
            <p:cNvSpPr/>
            <p:nvPr/>
          </p:nvSpPr>
          <p:spPr>
            <a:xfrm>
              <a:off x="7412035" y="2280048"/>
              <a:ext cx="2743200" cy="2690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>
                <a:spcAft>
                  <a:spcPts val="600"/>
                </a:spcAft>
              </a:pPr>
              <a:r>
                <a:rPr lang="en-US" sz="1656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Randomize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1791968-618D-8821-56CE-2755CAF4BA50}"/>
                </a:ext>
              </a:extLst>
            </p:cNvPr>
            <p:cNvCxnSpPr>
              <a:stCxn id="19" idx="0"/>
              <a:endCxn id="8" idx="2"/>
            </p:cNvCxnSpPr>
            <p:nvPr/>
          </p:nvCxnSpPr>
          <p:spPr>
            <a:xfrm flipH="1" flipV="1">
              <a:off x="6229349" y="3722688"/>
              <a:ext cx="2471735" cy="120411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E7AF6D5-78ED-672D-E55B-DE7A48FE83BC}"/>
                </a:ext>
              </a:extLst>
            </p:cNvPr>
            <p:cNvCxnSpPr>
              <a:stCxn id="19" idx="0"/>
              <a:endCxn id="10" idx="2"/>
            </p:cNvCxnSpPr>
            <p:nvPr/>
          </p:nvCxnSpPr>
          <p:spPr>
            <a:xfrm flipH="1" flipV="1">
              <a:off x="7940673" y="3722688"/>
              <a:ext cx="760411" cy="120411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F4B29FE-452B-D6C5-A0F1-36D15903B70B}"/>
                </a:ext>
              </a:extLst>
            </p:cNvPr>
            <p:cNvCxnSpPr>
              <a:cxnSpLocks/>
              <a:stCxn id="19" idx="0"/>
              <a:endCxn id="11" idx="2"/>
            </p:cNvCxnSpPr>
            <p:nvPr/>
          </p:nvCxnSpPr>
          <p:spPr>
            <a:xfrm flipV="1">
              <a:off x="8701084" y="3722688"/>
              <a:ext cx="950913" cy="120411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FB2DD57-2735-C6AB-E747-DE96E60D5DD2}"/>
                </a:ext>
              </a:extLst>
            </p:cNvPr>
            <p:cNvCxnSpPr>
              <a:stCxn id="19" idx="0"/>
              <a:endCxn id="12" idx="2"/>
            </p:cNvCxnSpPr>
            <p:nvPr/>
          </p:nvCxnSpPr>
          <p:spPr>
            <a:xfrm flipV="1">
              <a:off x="8701084" y="3722688"/>
              <a:ext cx="2662236" cy="120411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F349FA6-BDE0-7A59-0AC4-B65C377B58EB}"/>
                </a:ext>
              </a:extLst>
            </p:cNvPr>
            <p:cNvSpPr/>
            <p:nvPr/>
          </p:nvSpPr>
          <p:spPr>
            <a:xfrm>
              <a:off x="7412035" y="4372373"/>
              <a:ext cx="2743200" cy="2690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41248">
                <a:spcAft>
                  <a:spcPts val="600"/>
                </a:spcAft>
              </a:pPr>
              <a:r>
                <a:rPr lang="en-US" sz="1656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Re-Randomize</a:t>
              </a:r>
              <a:endParaRPr 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A3F499A-3FFD-0EB0-EB71-23961CD18BFD}"/>
              </a:ext>
            </a:extLst>
          </p:cNvPr>
          <p:cNvSpPr txBox="1"/>
          <p:nvPr/>
        </p:nvSpPr>
        <p:spPr>
          <a:xfrm>
            <a:off x="7811545" y="1291776"/>
            <a:ext cx="2541195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  <a:latin typeface="Bernard MT Condensed" panose="02050806060905020404" pitchFamily="18" charset="0"/>
              </a:rPr>
              <a:t>EXAMPLE</a:t>
            </a:r>
            <a:r>
              <a:rPr lang="en-US" sz="40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2488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2BC8-5374-9C8E-98B4-B88595DD9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24" y="419271"/>
            <a:ext cx="10515600" cy="7551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MS Randomization: Intra-Batch</a:t>
            </a:r>
            <a:r>
              <a:rPr lang="en-US" sz="3500" baseline="70000" dirty="0"/>
              <a:t> 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18A836-6B2A-26A7-4599-54EE2BE2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624" y="1260096"/>
            <a:ext cx="9959976" cy="447675"/>
          </a:xfrm>
        </p:spPr>
        <p:txBody>
          <a:bodyPr>
            <a:normAutofit/>
          </a:bodyPr>
          <a:lstStyle/>
          <a:p>
            <a:r>
              <a:rPr lang="en-US" dirty="0"/>
              <a:t>Block Randomization Algorithm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9AB2282-6915-5F4B-7BF7-A3C5B062F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4624" y="1724026"/>
            <a:ext cx="6140451" cy="5133974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Dimension (dim) size set as total number of sample groups (prognostic factor from Inter-batch) </a:t>
            </a:r>
          </a:p>
          <a:p>
            <a:pPr lvl="1">
              <a:spcAft>
                <a:spcPts val="600"/>
              </a:spcAft>
            </a:pPr>
            <a:r>
              <a:rPr lang="en-US" sz="2300" dirty="0">
                <a:solidFill>
                  <a:srgbClr val="C00000"/>
                </a:solidFill>
              </a:rPr>
              <a:t>Example: 4 dimensions = Batch 1, Batch 2, Batch 3, Batch 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size of the sample “block” is selected as a multiple of the dim size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Block size for 2 dimensions = 2, 4, 6 etc. </a:t>
            </a:r>
          </a:p>
          <a:p>
            <a:pPr lvl="1">
              <a:spcBef>
                <a:spcPts val="600"/>
              </a:spcBef>
            </a:pPr>
            <a:r>
              <a:rPr lang="en-US" sz="2300" dirty="0"/>
              <a:t>Minimum Recommended  block size = 2*∑(</a:t>
            </a:r>
            <a:r>
              <a:rPr lang="en-US" sz="2300" dirty="0" err="1"/>
              <a:t>tx</a:t>
            </a:r>
            <a:r>
              <a:rPr lang="en-US" sz="2300" dirty="0"/>
              <a:t> ratio parts)</a:t>
            </a:r>
          </a:p>
          <a:p>
            <a:pPr lvl="1">
              <a:spcAft>
                <a:spcPts val="600"/>
              </a:spcAft>
            </a:pPr>
            <a:r>
              <a:rPr lang="en-US" sz="2300" dirty="0">
                <a:solidFill>
                  <a:srgbClr val="C00000"/>
                </a:solidFill>
              </a:rPr>
              <a:t>Example: 2 treatments in 1:1 ratio = 2(1+1) = Minimum block: 4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Write out all possible “block” combinations of samples that can be placed in the assigned block size &amp; number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random number sequence using range of 1 – number of combinations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sz="2300" dirty="0">
                <a:solidFill>
                  <a:srgbClr val="C00000"/>
                </a:solidFill>
              </a:rPr>
              <a:t>Example: Range</a:t>
            </a:r>
            <a:r>
              <a:rPr lang="en-US" sz="2300" baseline="-25000" dirty="0">
                <a:solidFill>
                  <a:srgbClr val="C00000"/>
                </a:solidFill>
              </a:rPr>
              <a:t>(dim = 2, block = 4)</a:t>
            </a:r>
            <a:r>
              <a:rPr lang="en-US" sz="2300" dirty="0">
                <a:solidFill>
                  <a:srgbClr val="C00000"/>
                </a:solidFill>
              </a:rPr>
              <a:t> = (1,6)  | sequence: 1,5,2,2,3,6,4,5,5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Populate sequence using combination blocks as listed in the random sequence from step 4</a:t>
            </a:r>
          </a:p>
        </p:txBody>
      </p:sp>
      <p:pic>
        <p:nvPicPr>
          <p:cNvPr id="30" name="Content Placeholder 29">
            <a:extLst>
              <a:ext uri="{FF2B5EF4-FFF2-40B4-BE49-F238E27FC236}">
                <a16:creationId xmlns:a16="http://schemas.microsoft.com/office/drawing/2014/main" id="{BD175994-A669-9B99-A54D-923E0AFE82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5681" y="1920776"/>
            <a:ext cx="5532120" cy="150822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E31E9EC-2959-D1CA-C32B-E5F6ED710563}"/>
              </a:ext>
            </a:extLst>
          </p:cNvPr>
          <p:cNvSpPr txBox="1"/>
          <p:nvPr/>
        </p:nvSpPr>
        <p:spPr>
          <a:xfrm>
            <a:off x="6456631" y="3427146"/>
            <a:ext cx="5560745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2: </a:t>
            </a:r>
            <a:r>
              <a:rPr lang="en-US" sz="1400" dirty="0"/>
              <a:t>Visual representation of block randomization of samples from treatment groups A and B </a:t>
            </a:r>
            <a:r>
              <a:rPr lang="en-US" sz="1400" baseline="30000" dirty="0"/>
              <a:t>4</a:t>
            </a:r>
            <a:endParaRPr lang="en-US" sz="1400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5D83577C-2BC5-4247-DA34-2600D8A01E7A}"/>
              </a:ext>
            </a:extLst>
          </p:cNvPr>
          <p:cNvSpPr txBox="1">
            <a:spLocks/>
          </p:cNvSpPr>
          <p:nvPr/>
        </p:nvSpPr>
        <p:spPr>
          <a:xfrm>
            <a:off x="6914490" y="4476372"/>
            <a:ext cx="4645026" cy="19623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Goals:</a:t>
            </a:r>
          </a:p>
          <a:p>
            <a:pPr marL="342900" indent="-342900">
              <a:buFontTx/>
              <a:buChar char="-"/>
            </a:pPr>
            <a:r>
              <a:rPr lang="en-US" b="0" dirty="0"/>
              <a:t>Reduces impact of machine drift over multiple sample runs</a:t>
            </a:r>
          </a:p>
          <a:p>
            <a:pPr marL="342900" indent="-342900">
              <a:buFontTx/>
              <a:buChar char="-"/>
            </a:pPr>
            <a:r>
              <a:rPr lang="en-US" b="0" dirty="0"/>
              <a:t>Allows for QC samples to be collected from the same wells each run, as content of wells randomized</a:t>
            </a:r>
          </a:p>
          <a:p>
            <a:pPr marL="800100" lvl="1" indent="-342900">
              <a:buFontTx/>
              <a:buChar char="-"/>
            </a:pPr>
            <a:r>
              <a:rPr lang="en-US" b="0" dirty="0"/>
              <a:t>Reduces impact of manual fatigue after repeated sample filling if no automated fill</a:t>
            </a:r>
          </a:p>
        </p:txBody>
      </p:sp>
    </p:spTree>
    <p:extLst>
      <p:ext uri="{BB962C8B-B14F-4D97-AF65-F5344CB8AC3E}">
        <p14:creationId xmlns:p14="http://schemas.microsoft.com/office/powerpoint/2010/main" val="74993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FC4A2-CB98-5377-EE82-9329681C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2C6D-3D41-9A79-08C7-4CAA8A55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738"/>
            <a:ext cx="10515600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MS Randomization: Intra-Batch Uniform vs Non- Uniform Sample Distribution</a:t>
            </a:r>
            <a:r>
              <a:rPr lang="en-US" baseline="70000" dirty="0"/>
              <a:t> </a:t>
            </a:r>
            <a:r>
              <a:rPr lang="en-US" baseline="44000" dirty="0"/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8B655-37FA-BD87-E44D-FBB5547D7DE4}"/>
              </a:ext>
            </a:extLst>
          </p:cNvPr>
          <p:cNvSpPr/>
          <p:nvPr/>
        </p:nvSpPr>
        <p:spPr>
          <a:xfrm>
            <a:off x="314790" y="1741226"/>
            <a:ext cx="11325225" cy="485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6EA3E1-FE2C-9756-E2EF-B8287052F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99" y="1938003"/>
            <a:ext cx="2169201" cy="1351297"/>
          </a:xfrm>
        </p:spPr>
        <p:txBody>
          <a:bodyPr>
            <a:normAutofit fontScale="92500"/>
          </a:bodyPr>
          <a:lstStyle/>
          <a:p>
            <a:r>
              <a:rPr lang="en-US" dirty="0"/>
              <a:t>Non-Uniformly Distributed Samples Adaptation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7DDDD3-A4EA-3206-BD1E-6ABBF44E6C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19745" y="1938003"/>
            <a:ext cx="8653462" cy="40338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95C999-0295-4A16-63C9-84F92E2EB13C}"/>
              </a:ext>
            </a:extLst>
          </p:cNvPr>
          <p:cNvSpPr txBox="1"/>
          <p:nvPr/>
        </p:nvSpPr>
        <p:spPr>
          <a:xfrm>
            <a:off x="942974" y="6168599"/>
            <a:ext cx="1040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Figures 3 : </a:t>
            </a:r>
            <a:r>
              <a:rPr lang="en-US" dirty="0"/>
              <a:t>Randomization of non-uniformly distributed samples &amp; uniformly distributed samples  </a:t>
            </a:r>
            <a:r>
              <a:rPr lang="en-US" baseline="30000" dirty="0"/>
              <a:t>4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E445B1-EF02-C0F5-AC4F-B55E2245ED9E}"/>
              </a:ext>
            </a:extLst>
          </p:cNvPr>
          <p:cNvCxnSpPr/>
          <p:nvPr/>
        </p:nvCxnSpPr>
        <p:spPr>
          <a:xfrm>
            <a:off x="285750" y="6168599"/>
            <a:ext cx="113252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DB0FBA-AE8E-B5F6-ACDD-AD6EDE339289}"/>
              </a:ext>
            </a:extLst>
          </p:cNvPr>
          <p:cNvGrpSpPr/>
          <p:nvPr/>
        </p:nvGrpSpPr>
        <p:grpSpPr>
          <a:xfrm>
            <a:off x="285750" y="3810002"/>
            <a:ext cx="2407051" cy="1083355"/>
            <a:chOff x="5149448" y="5079320"/>
            <a:chExt cx="2407051" cy="108335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EDCDD6D-229E-E847-6105-91CE30FB5221}"/>
                </a:ext>
              </a:extLst>
            </p:cNvPr>
            <p:cNvSpPr/>
            <p:nvPr/>
          </p:nvSpPr>
          <p:spPr>
            <a:xfrm>
              <a:off x="5305432" y="5142215"/>
              <a:ext cx="2251067" cy="10204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400" dirty="0"/>
                <a:t>Randomized samples/blocks are interspersed into level below and re-randomized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7BF3918-1238-AECD-AF87-9B4D5CD881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49448" y="5079320"/>
              <a:ext cx="608223" cy="608223"/>
              <a:chOff x="4678375" y="4556646"/>
              <a:chExt cx="914400" cy="9144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4C08DF-53A4-DFEE-B3B9-2CF5DC20CBE3}"/>
                  </a:ext>
                </a:extLst>
              </p:cNvPr>
              <p:cNvSpPr/>
              <p:nvPr/>
            </p:nvSpPr>
            <p:spPr>
              <a:xfrm>
                <a:off x="4678375" y="4556646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9" name="Graphic 18" descr="Lights On with solid fill">
                <a:extLst>
                  <a:ext uri="{FF2B5EF4-FFF2-40B4-BE49-F238E27FC236}">
                    <a16:creationId xmlns:a16="http://schemas.microsoft.com/office/drawing/2014/main" id="{B153912A-517D-DDAD-9183-628745833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22034" y="4600305"/>
                <a:ext cx="827082" cy="82708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2883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C70B4-0008-6042-B22C-EE9B6B42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Clinical Trial Randomization: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Interactive Web Randomization Service (IWRS)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9D47-39C6-6775-9464-F5DF7CEF6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5137384" cy="61948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Centralized web applications allow for automated randomization into clinical trials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Allow for 24/7 emergency blind breaking 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Ensures investigative team is blinded to treatment assignment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Allows for blocking &amp; stratification programming for prognostic factors </a:t>
            </a:r>
            <a:r>
              <a:rPr lang="en-US" sz="1800" baseline="30000" dirty="0">
                <a:solidFill>
                  <a:schemeClr val="tx1">
                    <a:alpha val="80000"/>
                  </a:schemeClr>
                </a:solidFill>
              </a:rPr>
              <a:t>2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Removes selection bias and prevents accidental bias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Allows for randomization into multiple treatment groups + placebo group</a:t>
            </a:r>
          </a:p>
          <a:p>
            <a:pPr lvl="1"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Allows for unequal allocation to treatment groups (3:1:1:1) </a:t>
            </a:r>
            <a:r>
              <a:rPr lang="en-US" sz="1800" baseline="30000" dirty="0">
                <a:solidFill>
                  <a:schemeClr val="tx1">
                    <a:alpha val="8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Common approaches: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Pocock-Simon’s Imbalance Score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The Symmetric KLD Index</a:t>
            </a:r>
          </a:p>
          <a:p>
            <a:pPr lvl="1"/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Two-Way Minimization Method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baseline="30000" dirty="0">
                <a:solidFill>
                  <a:schemeClr val="tx1">
                    <a:alpha val="80000"/>
                  </a:schemeClr>
                </a:solidFill>
              </a:rPr>
              <a:t>5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29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E14C7450-2EE3-F5CA-41E9-6BE45CEC127A}"/>
              </a:ext>
            </a:extLst>
          </p:cNvPr>
          <p:cNvSpPr/>
          <p:nvPr/>
        </p:nvSpPr>
        <p:spPr>
          <a:xfrm rot="5400000">
            <a:off x="3745422" y="-2618426"/>
            <a:ext cx="1625445" cy="9116297"/>
          </a:xfrm>
          <a:prstGeom prst="round2SameRect">
            <a:avLst/>
          </a:prstGeom>
          <a:gradFill>
            <a:gsLst>
              <a:gs pos="56000">
                <a:srgbClr val="8A6977"/>
              </a:gs>
              <a:gs pos="100000">
                <a:srgbClr val="196082"/>
              </a:gs>
              <a:gs pos="0">
                <a:srgbClr val="E87139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1E5E6-FBFF-E650-A865-EE65BDFB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75" y="-256068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sz="4800" dirty="0"/>
              <a:t>IWRS: Pocock-Simon’s Imbalance Score</a:t>
            </a:r>
            <a:r>
              <a:rPr lang="en-US" sz="4800" baseline="70000" dirty="0"/>
              <a:t> </a:t>
            </a:r>
            <a:r>
              <a:rPr lang="en-US" sz="4800" baseline="44000" dirty="0"/>
              <a:t>5</a:t>
            </a:r>
            <a:endParaRPr lang="en-US" sz="48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AE8CC92-E042-AD14-22C4-61CBEAA86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11" y="3069861"/>
            <a:ext cx="10550025" cy="3677348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Continuous prognosis factors are categorized to calculate treatment imbalance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Includes an initial simple randomization for 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a programmable number initial patients randomized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before beginning imbalance calculation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Calculates marginal treatment total (G</a:t>
            </a:r>
            <a:r>
              <a:rPr lang="en-US" sz="2000" baseline="-25000" dirty="0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 if the new incoming patient is assigned to treatment group (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Relies on defined prognosis factors (J), levels of factor J (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</a:t>
            </a:r>
            <a:r>
              <a:rPr lang="en-US" sz="2000" baseline="-25000" dirty="0" err="1">
                <a:solidFill>
                  <a:schemeClr val="tx1">
                    <a:alpha val="80000"/>
                  </a:schemeClr>
                </a:solidFill>
              </a:rPr>
              <a:t>j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), and treatment arm (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Totals for each treatment (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 are ranked to assign weights for randomization 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Least G</a:t>
            </a:r>
            <a:r>
              <a:rPr lang="en-US" sz="2000" baseline="-25000" dirty="0">
                <a:solidFill>
                  <a:schemeClr val="tx1">
                    <a:alpha val="80000"/>
                  </a:schemeClr>
                </a:solidFill>
              </a:rPr>
              <a:t>i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total given highest weight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Lower G</a:t>
            </a:r>
            <a:r>
              <a:rPr lang="en-US" sz="2000" baseline="-25000" dirty="0">
                <a:solidFill>
                  <a:schemeClr val="tx1">
                    <a:alpha val="80000"/>
                  </a:schemeClr>
                </a:solidFill>
              </a:rPr>
              <a:t>i 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total indicates the treatment that causes least imbalance between groups</a:t>
            </a:r>
          </a:p>
          <a:p>
            <a:pPr lvl="1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3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27A04B-2C64-2BA1-277C-6B462A838656}"/>
                  </a:ext>
                </a:extLst>
              </p:cNvPr>
              <p:cNvSpPr txBox="1"/>
              <p:nvPr/>
            </p:nvSpPr>
            <p:spPr>
              <a:xfrm>
                <a:off x="397411" y="1279007"/>
                <a:ext cx="2948982" cy="11237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𝑖𝑗𝑚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27A04B-2C64-2BA1-277C-6B462A838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11" y="1279007"/>
                <a:ext cx="2948982" cy="1123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3955359-DB4F-C046-F436-7FE6DCA21EC3}"/>
              </a:ext>
            </a:extLst>
          </p:cNvPr>
          <p:cNvSpPr txBox="1"/>
          <p:nvPr/>
        </p:nvSpPr>
        <p:spPr>
          <a:xfrm>
            <a:off x="3547013" y="1733329"/>
            <a:ext cx="5298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where</a:t>
            </a:r>
            <a:r>
              <a:rPr lang="en-US" sz="1600" dirty="0">
                <a:solidFill>
                  <a:schemeClr val="bg1"/>
                </a:solidFill>
              </a:rPr>
              <a:t>            the next patient entering has levels r</a:t>
            </a:r>
            <a:r>
              <a:rPr lang="en-US" sz="1600" baseline="-25000" dirty="0">
                <a:solidFill>
                  <a:schemeClr val="bg1"/>
                </a:solidFill>
              </a:rPr>
              <a:t>1 </a:t>
            </a:r>
            <a:r>
              <a:rPr lang="en-US" sz="1600" dirty="0">
                <a:solidFill>
                  <a:schemeClr val="bg1"/>
                </a:solidFill>
              </a:rPr>
              <a:t>,r</a:t>
            </a:r>
            <a:r>
              <a:rPr lang="en-US" sz="1600" baseline="-25000" dirty="0">
                <a:solidFill>
                  <a:schemeClr val="bg1"/>
                </a:solidFill>
              </a:rPr>
              <a:t>2</a:t>
            </a:r>
            <a:r>
              <a:rPr lang="en-US" sz="1600" dirty="0">
                <a:solidFill>
                  <a:schemeClr val="bg1"/>
                </a:solidFill>
              </a:rPr>
              <a:t>, … , </a:t>
            </a:r>
            <a:r>
              <a:rPr lang="en-US" sz="1600" dirty="0" err="1">
                <a:solidFill>
                  <a:schemeClr val="bg1"/>
                </a:solidFill>
              </a:rPr>
              <a:t>r</a:t>
            </a:r>
            <a:r>
              <a:rPr lang="en-US" sz="1600" baseline="-25000" dirty="0" err="1">
                <a:solidFill>
                  <a:schemeClr val="bg1"/>
                </a:solidFill>
              </a:rPr>
              <a:t>j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	   on prognostic factors (j) 1, 2, … , J</a:t>
            </a:r>
          </a:p>
        </p:txBody>
      </p:sp>
    </p:spTree>
    <p:extLst>
      <p:ext uri="{BB962C8B-B14F-4D97-AF65-F5344CB8AC3E}">
        <p14:creationId xmlns:p14="http://schemas.microsoft.com/office/powerpoint/2010/main" val="2539055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2671F-30E2-1966-9A72-EA42407A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6B21B6C-3702-1A59-F159-43EADF180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837925C8-E98F-B01C-211D-B05997E46E38}"/>
              </a:ext>
            </a:extLst>
          </p:cNvPr>
          <p:cNvSpPr/>
          <p:nvPr/>
        </p:nvSpPr>
        <p:spPr>
          <a:xfrm rot="5400000">
            <a:off x="4355282" y="-3228287"/>
            <a:ext cx="1979430" cy="10690003"/>
          </a:xfrm>
          <a:prstGeom prst="round2SameRect">
            <a:avLst/>
          </a:prstGeom>
          <a:gradFill>
            <a:gsLst>
              <a:gs pos="56000">
                <a:srgbClr val="8A6977"/>
              </a:gs>
              <a:gs pos="100000">
                <a:srgbClr val="196082"/>
              </a:gs>
              <a:gs pos="0">
                <a:srgbClr val="E87139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400F5-6393-CB78-4085-3FBD070C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75" y="-256068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sz="4800" dirty="0"/>
              <a:t>IWRS: Systemic KLD Index </a:t>
            </a:r>
            <a:r>
              <a:rPr lang="en-US" sz="4800" baseline="44000" dirty="0"/>
              <a:t>5</a:t>
            </a:r>
            <a:endParaRPr lang="en-US" sz="48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EA4764-4919-355C-1F7C-169EA87C0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8CEBF2E3-E24B-A6D8-5A95-F7DAA400C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567" y="3217763"/>
                <a:ext cx="11125057" cy="3677348"/>
              </a:xfrm>
            </p:spPr>
            <p:txBody>
              <a:bodyPr anchor="t">
                <a:normAutofit fontScale="85000" lnSpcReduction="20000"/>
              </a:bodyPr>
              <a:lstStyle/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Approach limited to </a:t>
                </a:r>
                <a:r>
                  <a:rPr lang="en-US" sz="2000" b="1" dirty="0">
                    <a:solidFill>
                      <a:schemeClr val="tx1">
                        <a:alpha val="80000"/>
                      </a:schemeClr>
                    </a:solidFill>
                  </a:rPr>
                  <a:t>two treatment arms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Includes an initial simple randomization for the </a:t>
                </a:r>
                <a:r>
                  <a:rPr lang="en-US" sz="2000" b="1" dirty="0">
                    <a:solidFill>
                      <a:schemeClr val="tx1">
                        <a:alpha val="80000"/>
                      </a:schemeClr>
                    </a:solidFill>
                  </a:rPr>
                  <a:t>first 4 patients</a:t>
                </a:r>
              </a:p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Assumes </a:t>
                </a:r>
                <a:r>
                  <a:rPr lang="en-US" sz="2000" b="1" dirty="0">
                    <a:solidFill>
                      <a:schemeClr val="tx1">
                        <a:alpha val="80000"/>
                      </a:schemeClr>
                    </a:solidFill>
                  </a:rPr>
                  <a:t>multivariate distribution 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of continuous prognosis factors but works with normal distributed continuous &amp; categorical factors</a:t>
                </a:r>
              </a:p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Calculates difference in distribution of prognosis factors between 2 treatments 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and 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’ (d</a:t>
                </a:r>
                <a:r>
                  <a:rPr lang="en-US" sz="20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)</a:t>
                </a:r>
                <a:endParaRPr lang="en-US" sz="1600" dirty="0">
                  <a:solidFill>
                    <a:schemeClr val="tx1">
                      <a:alpha val="80000"/>
                    </a:schemeClr>
                  </a:solidFill>
                </a:endParaRPr>
              </a:p>
              <a:p>
                <a:pPr lvl="1"/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Uses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as mean of prognostic factor value for pts in treatment 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with prognostic factor j</a:t>
                </a:r>
              </a:p>
              <a:p>
                <a:pPr lvl="1"/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Uses 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p</a:t>
                </a:r>
                <a:r>
                  <a:rPr lang="en-US" sz="2000" baseline="-25000" dirty="0" err="1">
                    <a:solidFill>
                      <a:schemeClr val="tx1">
                        <a:alpha val="80000"/>
                      </a:schemeClr>
                    </a:solidFill>
                  </a:rPr>
                  <a:t>ijm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as the proportion of subjects assigned to level m of prognostic factor j</a:t>
                </a:r>
              </a:p>
              <a:p>
                <a:pPr lvl="1"/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Relies on defined prognosis factors (J), levels of factor J (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M</a:t>
                </a:r>
                <a:r>
                  <a:rPr lang="en-US" sz="2000" baseline="-25000" dirty="0" err="1">
                    <a:solidFill>
                      <a:schemeClr val="tx1">
                        <a:alpha val="80000"/>
                      </a:schemeClr>
                    </a:solidFill>
                  </a:rPr>
                  <a:t>j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), and treatment arm (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)</a:t>
                </a:r>
              </a:p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Compares treatment arms with each other and with placebo to calculate d</a:t>
                </a:r>
                <a:r>
                  <a:rPr lang="en-US" sz="20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values</a:t>
                </a:r>
              </a:p>
              <a:p>
                <a:pPr lvl="1"/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tx1 vs tx2 </a:t>
                </a:r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 , 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tx2 vs tx1 </a:t>
                </a:r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 , 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tx1 vs placebo</a:t>
                </a:r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 , 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placebo vs tx1 </a:t>
                </a:r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, 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tx2 vs placebo</a:t>
                </a:r>
                <a:r>
                  <a:rPr lang="en-US" sz="1600" dirty="0">
                    <a:solidFill>
                      <a:schemeClr val="tx1">
                        <a:alpha val="80000"/>
                      </a:schemeClr>
                    </a:solidFill>
                  </a:rPr>
                  <a:t> , &amp; d</a:t>
                </a:r>
                <a:r>
                  <a:rPr lang="en-US" sz="16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placebo vs tx2</a:t>
                </a:r>
                <a:endParaRPr lang="en-US" sz="1600" dirty="0">
                  <a:solidFill>
                    <a:schemeClr val="tx1">
                      <a:alpha val="8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Totals for each treatment (</a:t>
                </a:r>
                <a:r>
                  <a:rPr lang="en-US" sz="2000" dirty="0" err="1">
                    <a:solidFill>
                      <a:schemeClr val="tx1">
                        <a:alpha val="80000"/>
                      </a:schemeClr>
                    </a:solidFill>
                  </a:rPr>
                  <a:t>i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) are ranked to assign weights for randomization </a:t>
                </a:r>
              </a:p>
              <a:p>
                <a:pPr lvl="1"/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Least d</a:t>
                </a:r>
                <a:r>
                  <a:rPr lang="en-US" sz="20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 total given highest weight</a:t>
                </a:r>
              </a:p>
              <a:p>
                <a:pPr lvl="1"/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Lower d</a:t>
                </a:r>
                <a:r>
                  <a:rPr lang="en-US" sz="2000" baseline="-25000" dirty="0">
                    <a:solidFill>
                      <a:schemeClr val="tx1">
                        <a:alpha val="80000"/>
                      </a:schemeClr>
                    </a:solidFill>
                  </a:rPr>
                  <a:t>i </a:t>
                </a:r>
                <a:r>
                  <a:rPr lang="en-US" sz="2000" dirty="0">
                    <a:solidFill>
                      <a:schemeClr val="tx1">
                        <a:alpha val="80000"/>
                      </a:schemeClr>
                    </a:solidFill>
                  </a:rPr>
                  <a:t>total indicates the treatment that causes least imbalance between groups</a:t>
                </a:r>
              </a:p>
              <a:p>
                <a:pPr lvl="1"/>
                <a:endParaRPr lang="en-US" sz="2000" dirty="0">
                  <a:solidFill>
                    <a:schemeClr val="tx1">
                      <a:alpha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8CEBF2E3-E24B-A6D8-5A95-F7DAA400C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567" y="3217763"/>
                <a:ext cx="11125057" cy="3677348"/>
              </a:xfrm>
              <a:blipFill>
                <a:blip r:embed="rId3"/>
                <a:stretch>
                  <a:fillRect l="-274" t="-2322" r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14C92BBF-0915-B7AE-A6D2-A11844178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38" name="Graphic 11">
              <a:extLst>
                <a:ext uri="{FF2B5EF4-FFF2-40B4-BE49-F238E27FC236}">
                  <a16:creationId xmlns:a16="http://schemas.microsoft.com/office/drawing/2014/main" id="{DA85ECFF-D059-3BCD-99DF-DA6AFF6F3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0">
              <a:extLst>
                <a:ext uri="{FF2B5EF4-FFF2-40B4-BE49-F238E27FC236}">
                  <a16:creationId xmlns:a16="http://schemas.microsoft.com/office/drawing/2014/main" id="{05E858DE-A09C-B677-0611-C35D5427A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2">
              <a:extLst>
                <a:ext uri="{FF2B5EF4-FFF2-40B4-BE49-F238E27FC236}">
                  <a16:creationId xmlns:a16="http://schemas.microsoft.com/office/drawing/2014/main" id="{270DEF1D-385A-A423-0C7B-9BE1EF5D1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ACE6C2-3FC2-482B-3AFD-23DFEC3130FB}"/>
                  </a:ext>
                </a:extLst>
              </p:cNvPr>
              <p:cNvSpPr txBox="1"/>
              <p:nvPr/>
            </p:nvSpPr>
            <p:spPr>
              <a:xfrm>
                <a:off x="78401" y="1332108"/>
                <a:ext cx="6417610" cy="1663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−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</m:oMath>
                  </m:oMathPara>
                </a14:m>
                <a:endParaRPr lang="en-US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𝑖𝑗𝑚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𝑗𝑚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𝑖𝑗𝑚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func>
                            </m:e>
                          </m:nary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ACE6C2-3FC2-482B-3AFD-23DFEC313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1" y="1332108"/>
                <a:ext cx="6417610" cy="1663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8EE7AD-7EEE-7939-A180-8FECD728BF3E}"/>
                  </a:ext>
                </a:extLst>
              </p:cNvPr>
              <p:cNvSpPr txBox="1"/>
              <p:nvPr/>
            </p:nvSpPr>
            <p:spPr>
              <a:xfrm>
                <a:off x="7032283" y="1356852"/>
                <a:ext cx="3522503" cy="1512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8EE7AD-7EEE-7939-A180-8FECD728B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283" y="1356852"/>
                <a:ext cx="3522503" cy="15123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63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1A385-8CB6-3839-C7C2-B1B8F5D8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50D7B6-EFEE-344B-70BE-410710EE2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CC81B562-E600-20F7-CE89-4E440562E92C}"/>
              </a:ext>
            </a:extLst>
          </p:cNvPr>
          <p:cNvSpPr/>
          <p:nvPr/>
        </p:nvSpPr>
        <p:spPr>
          <a:xfrm rot="5400000">
            <a:off x="4528557" y="-3310424"/>
            <a:ext cx="1632880" cy="10690003"/>
          </a:xfrm>
          <a:prstGeom prst="round2SameRect">
            <a:avLst/>
          </a:prstGeom>
          <a:gradFill>
            <a:gsLst>
              <a:gs pos="56000">
                <a:srgbClr val="8A6977"/>
              </a:gs>
              <a:gs pos="100000">
                <a:srgbClr val="196082"/>
              </a:gs>
              <a:gs pos="0">
                <a:srgbClr val="E87139"/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1ECF9-0BED-7B7C-52E1-FF6832B5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75" y="-256068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sz="4800" dirty="0"/>
              <a:t>IWRS: Two-Way Minimization </a:t>
            </a:r>
            <a:r>
              <a:rPr lang="en-US" sz="4800" baseline="44000" dirty="0"/>
              <a:t>5</a:t>
            </a:r>
            <a:endParaRPr lang="en-US" sz="48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9DBEBA-EC94-D1D0-3350-85C064BD2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54A8544-04B5-2AD0-99A0-371DEFBE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75" y="3107086"/>
            <a:ext cx="11125057" cy="3677348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Approach limited to 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two treatment arms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Includes an initial simple randomization until 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1 subject is randomized to each group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Calculates both imbalance in total subject number 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and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in distribution of prognostic factors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Uses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n</a:t>
            </a:r>
            <a:r>
              <a:rPr lang="en-US" sz="2000" baseline="-25000" dirty="0" err="1">
                <a:solidFill>
                  <a:schemeClr val="tx1">
                    <a:alpha val="80000"/>
                  </a:schemeClr>
                </a:solidFill>
              </a:rPr>
              <a:t>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as total allocated to treatment &amp; 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n</a:t>
            </a:r>
            <a:r>
              <a:rPr lang="en-US" sz="2000" baseline="-25000" dirty="0" err="1">
                <a:solidFill>
                  <a:schemeClr val="tx1">
                    <a:alpha val="80000"/>
                  </a:schemeClr>
                </a:solidFill>
              </a:rPr>
              <a:t>C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as total allocated to control (placebo)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Uses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</a:t>
            </a:r>
            <a:r>
              <a:rPr lang="en-US" sz="2000" baseline="-25000" dirty="0" err="1">
                <a:solidFill>
                  <a:schemeClr val="tx1">
                    <a:alpha val="80000"/>
                  </a:schemeClr>
                </a:solidFill>
              </a:rPr>
              <a:t>Tjm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as proportion in treatment with prognostic factors j at level m &amp; 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</a:t>
            </a:r>
            <a:r>
              <a:rPr lang="en-US" sz="2000" baseline="-25000" dirty="0" err="1">
                <a:solidFill>
                  <a:schemeClr val="tx1">
                    <a:alpha val="80000"/>
                  </a:schemeClr>
                </a:solidFill>
              </a:rPr>
              <a:t>Cjm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as proportion in control with prognostic factors j at level m (placebo)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Calculate probability the new patient is allocated to minimize imbalance in patient number (P), and the probability the patient is allocated to minimize prognostic factor distribution (1-P) 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 calculated using P = 1-0.95</a:t>
            </a:r>
            <a:r>
              <a:rPr lang="en-US" sz="2000" baseline="30000" dirty="0">
                <a:solidFill>
                  <a:schemeClr val="tx1">
                    <a:alpha val="80000"/>
                  </a:schemeClr>
                </a:solidFill>
              </a:rPr>
              <a:t>𝛿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A0859B3-7B50-D289-FEB3-141059284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38" name="Graphic 11">
              <a:extLst>
                <a:ext uri="{FF2B5EF4-FFF2-40B4-BE49-F238E27FC236}">
                  <a16:creationId xmlns:a16="http://schemas.microsoft.com/office/drawing/2014/main" id="{2B6DD005-346C-5D9F-2782-3BBED595E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0">
              <a:extLst>
                <a:ext uri="{FF2B5EF4-FFF2-40B4-BE49-F238E27FC236}">
                  <a16:creationId xmlns:a16="http://schemas.microsoft.com/office/drawing/2014/main" id="{D6FEAD49-B444-CF77-3C6F-6E2BC3879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2">
              <a:extLst>
                <a:ext uri="{FF2B5EF4-FFF2-40B4-BE49-F238E27FC236}">
                  <a16:creationId xmlns:a16="http://schemas.microsoft.com/office/drawing/2014/main" id="{97990CF6-7FF8-513C-C21E-77629B5E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89FD8F-F587-E225-3693-6266CFADECEB}"/>
                  </a:ext>
                </a:extLst>
              </p:cNvPr>
              <p:cNvSpPr txBox="1"/>
              <p:nvPr/>
            </p:nvSpPr>
            <p:spPr>
              <a:xfrm>
                <a:off x="649196" y="2048423"/>
                <a:ext cx="221655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Τ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89FD8F-F587-E225-3693-6266CFAD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6" y="2048423"/>
                <a:ext cx="2216551" cy="369332"/>
              </a:xfrm>
              <a:prstGeom prst="rect">
                <a:avLst/>
              </a:prstGeom>
              <a:blipFill>
                <a:blip r:embed="rId2"/>
                <a:stretch>
                  <a:fillRect l="-824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15C69D5-A16F-F53D-87C8-B54954829286}"/>
              </a:ext>
            </a:extLst>
          </p:cNvPr>
          <p:cNvSpPr txBox="1"/>
          <p:nvPr/>
        </p:nvSpPr>
        <p:spPr>
          <a:xfrm>
            <a:off x="-5" y="1396161"/>
            <a:ext cx="3935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Imbalance in total number of subjects: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5A4AD-6DDE-D057-8268-F6ACC011A0A8}"/>
              </a:ext>
            </a:extLst>
          </p:cNvPr>
          <p:cNvSpPr txBox="1"/>
          <p:nvPr/>
        </p:nvSpPr>
        <p:spPr>
          <a:xfrm>
            <a:off x="5612535" y="1396161"/>
            <a:ext cx="4563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Imbalance in distribution of prognostic factors: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03E3C2-5303-7249-A917-630DEF59F3BA}"/>
                  </a:ext>
                </a:extLst>
              </p:cNvPr>
              <p:cNvSpPr txBox="1"/>
              <p:nvPr/>
            </p:nvSpPr>
            <p:spPr>
              <a:xfrm>
                <a:off x="5833533" y="1779700"/>
                <a:ext cx="4121127" cy="992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Τ</m:t>
                                              </m:r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 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𝐶𝑗𝑚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03E3C2-5303-7249-A917-630DEF59F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533" y="1779700"/>
                <a:ext cx="4121127" cy="992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90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DE7B480C-EB71-306B-C044-D64D348F7082}"/>
              </a:ext>
            </a:extLst>
          </p:cNvPr>
          <p:cNvSpPr/>
          <p:nvPr/>
        </p:nvSpPr>
        <p:spPr>
          <a:xfrm>
            <a:off x="969818" y="5019178"/>
            <a:ext cx="10792726" cy="1838822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>
                    <a:alpha val="80000"/>
                  </a:schemeClr>
                </a:solidFill>
              </a:rPr>
              <a:t>	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1679A-9529-CCD5-8E13-71FEDB0E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45" y="167751"/>
            <a:ext cx="10550025" cy="695869"/>
          </a:xfrm>
        </p:spPr>
        <p:txBody>
          <a:bodyPr anchor="b">
            <a:normAutofit fontScale="90000"/>
          </a:bodyPr>
          <a:lstStyle/>
          <a:p>
            <a:r>
              <a:rPr lang="en-US" sz="5300" dirty="0"/>
              <a:t>Mendelian Randomization </a:t>
            </a:r>
            <a:r>
              <a:rPr lang="en-US" sz="3200" baseline="75000" dirty="0"/>
              <a:t>1</a:t>
            </a:r>
            <a:endParaRPr lang="en-US" sz="48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DD30-FF85-B408-DC68-3DB7206A1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756" y="1059945"/>
            <a:ext cx="10922527" cy="3717213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Uses natural genetic variation to measure impact of modifying certain protein / biological function on a disease outcome of interest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Mimics experimental study without actual experimental intervention</a:t>
            </a:r>
          </a:p>
          <a:p>
            <a:pPr lvl="2"/>
            <a:r>
              <a:rPr lang="en-US" sz="1800" b="1" dirty="0">
                <a:solidFill>
                  <a:schemeClr val="tx1">
                    <a:alpha val="80000"/>
                  </a:schemeClr>
                </a:solidFill>
              </a:rPr>
              <a:t>Ex: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Stratify observational coronary arterial disease (CAD) study by IL6R gene mutations to determine impact of reduced IL-6 signaling on occurrence of CAD</a:t>
            </a:r>
          </a:p>
          <a:p>
            <a:pPr lvl="1">
              <a:spcAft>
                <a:spcPts val="18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Commonly used as randomized blocking within randomized clinical trial population</a:t>
            </a: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Randomization technically completed by participants’ genome but requires genomic sequencing to complete randomization &amp; use for future blocking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Relies on randomization techniques for DNA extraction &amp; sequencing machines (1</a:t>
            </a:r>
            <a:r>
              <a:rPr lang="en-US" sz="2000" baseline="30000" dirty="0">
                <a:solidFill>
                  <a:schemeClr val="tx1">
                    <a:alpha val="80000"/>
                  </a:schemeClr>
                </a:solidFill>
              </a:rPr>
              <a:t>st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section)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Can be used for blocking by IWRS systems in clinical trials (2</a:t>
            </a:r>
            <a:r>
              <a:rPr lang="en-US" sz="2000" baseline="30000" dirty="0">
                <a:solidFill>
                  <a:schemeClr val="tx1">
                    <a:alpha val="80000"/>
                  </a:schemeClr>
                </a:solidFill>
              </a:rPr>
              <a:t>nd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section)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2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A8865-F57B-2CBC-A9AB-566757A0C101}"/>
              </a:ext>
            </a:extLst>
          </p:cNvPr>
          <p:cNvGrpSpPr>
            <a:grpSpLocks noChangeAspect="1"/>
          </p:cNvGrpSpPr>
          <p:nvPr/>
        </p:nvGrpSpPr>
        <p:grpSpPr>
          <a:xfrm>
            <a:off x="383887" y="5369712"/>
            <a:ext cx="856685" cy="856685"/>
            <a:chOff x="4615658" y="5070719"/>
            <a:chExt cx="608223" cy="6082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DD73B11-ADCB-70A5-1DC8-E6A380289478}"/>
                </a:ext>
              </a:extLst>
            </p:cNvPr>
            <p:cNvSpPr/>
            <p:nvPr/>
          </p:nvSpPr>
          <p:spPr>
            <a:xfrm>
              <a:off x="4615658" y="5070719"/>
              <a:ext cx="608223" cy="6082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Graphic 5" descr="Lights On with solid fill">
              <a:extLst>
                <a:ext uri="{FF2B5EF4-FFF2-40B4-BE49-F238E27FC236}">
                  <a16:creationId xmlns:a16="http://schemas.microsoft.com/office/drawing/2014/main" id="{A161918A-EB9A-ECF2-C486-BEA83A027B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44698" y="5099759"/>
              <a:ext cx="550142" cy="55014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4B62B6C-1473-7F64-8F28-F115003F58E3}"/>
              </a:ext>
            </a:extLst>
          </p:cNvPr>
          <p:cNvSpPr txBox="1"/>
          <p:nvPr/>
        </p:nvSpPr>
        <p:spPr>
          <a:xfrm>
            <a:off x="1252405" y="5135364"/>
            <a:ext cx="1055570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Key Assumptions: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Selected genetic variants (proxies) are strongly associated with the exposure of interest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No confounding by environmental variables </a:t>
            </a:r>
            <a:r>
              <a:rPr lang="en-US" sz="2000" b="1" dirty="0">
                <a:solidFill>
                  <a:srgbClr val="FFFFFF"/>
                </a:solidFill>
              </a:rPr>
              <a:t>OR</a:t>
            </a:r>
            <a:r>
              <a:rPr lang="en-US" sz="2000" dirty="0">
                <a:solidFill>
                  <a:srgbClr val="FFFFFF"/>
                </a:solidFill>
              </a:rPr>
              <a:t> nearby genetic signals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The association between the genetic variants and the outcome of interest is not explained by pathways outside of the exposure of interest</a:t>
            </a:r>
          </a:p>
        </p:txBody>
      </p:sp>
    </p:spTree>
    <p:extLst>
      <p:ext uri="{BB962C8B-B14F-4D97-AF65-F5344CB8AC3E}">
        <p14:creationId xmlns:p14="http://schemas.microsoft.com/office/powerpoint/2010/main" val="2970656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B3088-10BB-E1D9-88F1-74F3244F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MR: Creation of Genetic Proxy </a:t>
            </a:r>
            <a:r>
              <a:rPr lang="en-US" sz="3200" baseline="75000" dirty="0">
                <a:solidFill>
                  <a:srgbClr val="FFFFFF"/>
                </a:solidFill>
              </a:rPr>
              <a:t>1</a:t>
            </a:r>
            <a:endParaRPr lang="en-US" sz="4000" baseline="75000" dirty="0">
              <a:solidFill>
                <a:srgbClr val="FFFFFF"/>
              </a:solidFill>
            </a:endParaRPr>
          </a:p>
        </p:txBody>
      </p:sp>
      <p:sp>
        <p:nvSpPr>
          <p:cNvPr id="20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87CCDB-1339-370B-82D4-A3F0E3F51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353858"/>
              </p:ext>
            </p:extLst>
          </p:nvPr>
        </p:nvGraphicFramePr>
        <p:xfrm>
          <a:off x="342900" y="1828636"/>
          <a:ext cx="11563350" cy="489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588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A83A6-C9F1-0E14-E26B-C92C284D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9EAE6-ADFE-63A7-B1B3-C69C7667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MR: Utilization of the Mendelian Randomization </a:t>
            </a:r>
            <a:r>
              <a:rPr lang="en-US" sz="3600" baseline="750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348753-1324-5D2B-D723-0C96811E5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17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Once validated, MR can be utilized for blocking in Phase III clinical trials</a:t>
            </a:r>
          </a:p>
          <a:p>
            <a:pPr lvl="1"/>
            <a:r>
              <a:rPr lang="en-US" dirty="0"/>
              <a:t>Allows for sub-population insights</a:t>
            </a:r>
          </a:p>
          <a:p>
            <a:pPr lvl="1">
              <a:spcAft>
                <a:spcPts val="1800"/>
              </a:spcAft>
            </a:pPr>
            <a:r>
              <a:rPr lang="en-US" dirty="0"/>
              <a:t>Pseudo-randomization through blocking by genotype</a:t>
            </a:r>
          </a:p>
          <a:p>
            <a:pPr marL="0" indent="0">
              <a:buNone/>
            </a:pPr>
            <a:r>
              <a:rPr lang="en-US" dirty="0"/>
              <a:t>Provides insight into power considerations if proxy identifies multiple potential clinical outcomes </a:t>
            </a:r>
          </a:p>
          <a:p>
            <a:pPr lvl="1">
              <a:spcAft>
                <a:spcPts val="1800"/>
              </a:spcAft>
            </a:pPr>
            <a:r>
              <a:rPr lang="en-US" dirty="0"/>
              <a:t>Ex: if both stroke and CAD are flagged as outcomes of IL-6 signaling inhibitions, combining CAD and stroke into single clinical outcome group can increase statistical power</a:t>
            </a:r>
          </a:p>
          <a:p>
            <a:pPr marL="0" indent="0">
              <a:buNone/>
            </a:pPr>
            <a:r>
              <a:rPr lang="en-US" u="sng" dirty="0"/>
              <a:t>Rationale for use:</a:t>
            </a:r>
          </a:p>
          <a:p>
            <a:pPr lvl="1"/>
            <a:r>
              <a:rPr lang="en-US" dirty="0"/>
              <a:t>Inheritance of genetic variants is not confounded by environmental variables</a:t>
            </a:r>
          </a:p>
          <a:p>
            <a:pPr lvl="1"/>
            <a:r>
              <a:rPr lang="en-US" dirty="0"/>
              <a:t>Assignment of genetic code happens at gametogenesis and does not change even in the presence of disease/external conditions</a:t>
            </a:r>
          </a:p>
        </p:txBody>
      </p:sp>
    </p:spTree>
    <p:extLst>
      <p:ext uri="{BB962C8B-B14F-4D97-AF65-F5344CB8AC3E}">
        <p14:creationId xmlns:p14="http://schemas.microsoft.com/office/powerpoint/2010/main" val="355630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2FD77-817C-4984-0B3C-2A941A61B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Reference List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7B939-531D-B903-6C63-7E19BE7E8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5123240" cy="5837949"/>
          </a:xfrm>
        </p:spPr>
        <p:txBody>
          <a:bodyPr anchor="ctr">
            <a:noAutofit/>
          </a:bodyPr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Daghlas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I, Gill D. Mendelian randomization as a tool to inform drug development using human genetics.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Cambridge Prisms: Precision Medicine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2023;1:1-12. doi:10.1017/pcm.2023.5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Jatinder Singh. Randomization and online databases for clinical trials.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Journal of Pharmacology &amp; Pharmacotherapeutics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2014;5(2):173-174. doi:10.4103/0976-500X.130155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Jiang F, Liu Q, Li Q, et al. Signal Drift in Liquid Chromatography Tandem Mass Spectrometry and Its Internal Standard Calibration Strategy for Quantitative Analysis.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Analytical Chemistry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2020/06/02 2020;92(11):7690-7698. doi:10.1021/acs.analchem.0c00633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Lu M, Jiang H, Wang R, An S, Wang J, Yu C.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Injectiondesign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web service of plate design with optimized stratified block randomization for modern GC/LC-MS-based sample preparation.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BMC Bioinformatics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2023;24(1):1-16. doi:10.1186/s12859-023-05598-1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Xiao L, Huang Q, Yank V, Ma J. An Easily Accessible Web-Based Minimization Random Allocation System for Clinical Trials.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Journal of Medical Internet Research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2013;15(7):1. doi:10.2196/jmir.2392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Wei Z, Fang Y,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Gosztyla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ML, et al. A direct peptide reactivity assay using a high-throughput mass spectrometry screening platform for detection of skin sensitizers.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Toxicology Letters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2021/03/01/ 2021;338:67-77.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doi:https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://doi.org/10.1016/j.toxlet.2020.12.002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13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822</TotalTime>
  <Words>1793</Words>
  <Application>Microsoft Office PowerPoint</Application>
  <PresentationFormat>Widescreen</PresentationFormat>
  <Paragraphs>175</Paragraphs>
  <Slides>14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Bernard MT Condensed</vt:lpstr>
      <vt:lpstr>Cambria Math</vt:lpstr>
      <vt:lpstr>Office Theme</vt:lpstr>
      <vt:lpstr>Computer Randomization Algorithms:  Drug Development Pipeline</vt:lpstr>
      <vt:lpstr>Computerized Randomization in the Drug Development Pipeline</vt:lpstr>
      <vt:lpstr>Mass Spectrometry (MS): Intro</vt:lpstr>
      <vt:lpstr>MS Randomization: Inter-Batch 4</vt:lpstr>
      <vt:lpstr>MS Randomization: Intra-Batch 4</vt:lpstr>
      <vt:lpstr>MS Randomization: Intra-Batch Uniform vs Non- Uniform Sample Distribution 4</vt:lpstr>
      <vt:lpstr>Clinical Trial Randomization:  Interactive Web Randomization Service (IWRS)</vt:lpstr>
      <vt:lpstr>IWRS: Pocock-Simon’s Imbalance Score 5</vt:lpstr>
      <vt:lpstr>IWRS: Systemic KLD Index 5</vt:lpstr>
      <vt:lpstr>IWRS: Two-Way Minimization 5</vt:lpstr>
      <vt:lpstr>Mendelian Randomization 1</vt:lpstr>
      <vt:lpstr>MR: Creation of Genetic Proxy 1</vt:lpstr>
      <vt:lpstr>MR: Utilization of the Mendelian Randomization 1</vt:lpstr>
      <vt:lpstr>Reference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LePera</dc:creator>
  <cp:lastModifiedBy>Natalie LePera</cp:lastModifiedBy>
  <cp:revision>1</cp:revision>
  <dcterms:created xsi:type="dcterms:W3CDTF">2026-04-05T17:01:15Z</dcterms:created>
  <dcterms:modified xsi:type="dcterms:W3CDTF">2026-04-06T23:56:19Z</dcterms:modified>
</cp:coreProperties>
</file>